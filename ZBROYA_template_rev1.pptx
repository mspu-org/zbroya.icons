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0"/>
  </p:notesMasterIdLst>
  <p:sldIdLst>
    <p:sldId id="265" r:id="rId2"/>
    <p:sldId id="268" r:id="rId3"/>
    <p:sldId id="269" r:id="rId4"/>
    <p:sldId id="266" r:id="rId5"/>
    <p:sldId id="264" r:id="rId6"/>
    <p:sldId id="270" r:id="rId7"/>
    <p:sldId id="271" r:id="rId8"/>
    <p:sldId id="272" r:id="rId9"/>
    <p:sldId id="273" r:id="rId10"/>
    <p:sldId id="274" r:id="rId11"/>
    <p:sldId id="275" r:id="rId12"/>
    <p:sldId id="276" r:id="rId13"/>
    <p:sldId id="263" r:id="rId14"/>
    <p:sldId id="286" r:id="rId15"/>
    <p:sldId id="287" r:id="rId16"/>
    <p:sldId id="288" r:id="rId17"/>
    <p:sldId id="267" r:id="rId18"/>
    <p:sldId id="277" r:id="rId19"/>
    <p:sldId id="278" r:id="rId20"/>
    <p:sldId id="280" r:id="rId21"/>
    <p:sldId id="281" r:id="rId22"/>
    <p:sldId id="282" r:id="rId23"/>
    <p:sldId id="279" r:id="rId24"/>
    <p:sldId id="283" r:id="rId25"/>
    <p:sldId id="284" r:id="rId26"/>
    <p:sldId id="285" r:id="rId27"/>
    <p:sldId id="290" r:id="rId28"/>
    <p:sldId id="289" r:id="rId2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A1A1A"/>
    <a:srgbClr val="BCBA87"/>
    <a:srgbClr val="2E57B3"/>
    <a:srgbClr val="F4D82F"/>
    <a:srgbClr val="C7B295"/>
    <a:srgbClr val="D9CA9F"/>
    <a:srgbClr val="333C41"/>
    <a:srgbClr val="85C42B"/>
    <a:srgbClr val="322E22"/>
    <a:srgbClr val="DA451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80630" autoAdjust="0"/>
  </p:normalViewPr>
  <p:slideViewPr>
    <p:cSldViewPr snapToGrid="0" snapToObjects="1">
      <p:cViewPr varScale="1">
        <p:scale>
          <a:sx n="94" d="100"/>
          <a:sy n="94" d="100"/>
        </p:scale>
        <p:origin x="888" y="5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microsoft.com/office/2016/11/relationships/changesInfo" Target="changesInfos/changesInfo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ilyi, Ivan" userId="60a5a642-87ea-49b6-a710-6423e771a05d" providerId="ADAL" clId="{6C215EC8-E2B9-41FE-95FC-DD8708FDFFFB}"/>
    <pc:docChg chg="undo custSel modSld">
      <pc:chgData name="Bilyi, Ivan" userId="60a5a642-87ea-49b6-a710-6423e771a05d" providerId="ADAL" clId="{6C215EC8-E2B9-41FE-95FC-DD8708FDFFFB}" dt="2026-03-06T12:10:49.658" v="14" actId="20577"/>
      <pc:docMkLst>
        <pc:docMk/>
      </pc:docMkLst>
      <pc:sldChg chg="modSp mod">
        <pc:chgData name="Bilyi, Ivan" userId="60a5a642-87ea-49b6-a710-6423e771a05d" providerId="ADAL" clId="{6C215EC8-E2B9-41FE-95FC-DD8708FDFFFB}" dt="2026-03-06T12:10:49.658" v="14" actId="20577"/>
        <pc:sldMkLst>
          <pc:docMk/>
          <pc:sldMk cId="62055783" sldId="265"/>
        </pc:sldMkLst>
        <pc:spChg chg="mod">
          <ac:chgData name="Bilyi, Ivan" userId="60a5a642-87ea-49b6-a710-6423e771a05d" providerId="ADAL" clId="{6C215EC8-E2B9-41FE-95FC-DD8708FDFFFB}" dt="2026-03-06T12:10:49.658" v="14" actId="20577"/>
          <ac:spMkLst>
            <pc:docMk/>
            <pc:sldMk cId="62055783" sldId="265"/>
            <ac:spMk id="10" creationId="{82BCCF81-9587-1C00-537A-5653E1461CFA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rgbClr val="2E57B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B1E1-4F79-9A87-4D0C57DAE5B3}"/>
              </c:ext>
            </c:extLst>
          </c:dPt>
          <c:dPt>
            <c:idx val="1"/>
            <c:bubble3D val="0"/>
            <c:spPr>
              <a:solidFill>
                <a:srgbClr val="F4D82F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2-B1E1-4F79-9A87-4D0C57DAE5B3}"/>
              </c:ext>
            </c:extLst>
          </c:dPt>
          <c:cat>
            <c:numRef>
              <c:f>Sheet1!$A$2:$A$3</c:f>
              <c:numCache>
                <c:formatCode>0%</c:formatCode>
                <c:ptCount val="2"/>
                <c:pt idx="0">
                  <c:v>0.73</c:v>
                </c:pt>
                <c:pt idx="1">
                  <c:v>0.04</c:v>
                </c:pt>
              </c:numCache>
            </c:numRef>
          </c:cat>
          <c:val>
            <c:numRef>
              <c:f>Sheet1!$B$2:$B$3</c:f>
              <c:numCache>
                <c:formatCode>General</c:formatCode>
                <c:ptCount val="2"/>
                <c:pt idx="0">
                  <c:v>73</c:v>
                </c:pt>
                <c:pt idx="1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1E1-4F79-9A87-4D0C57DAE5B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0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e-Ukraine Bold" panose="00000800000000000000" pitchFamily="50" charset="-52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295378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uk-UA" dirty="0"/>
              <a:t>Обкладинка, англійська, світлий фон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54648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r>
              <a:rPr lang="uk-UA" dirty="0"/>
              <a:t>Обкладинка, українська, світлий фон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261701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uk-UA" dirty="0"/>
              <a:t>Обкладинка, англійська, темний фон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824013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uk-UA" dirty="0"/>
              <a:t>Обкладинка, українська, темний фон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42755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r>
              <a:rPr lang="uk-UA" dirty="0"/>
              <a:t>Базовий слайд, світлий фон, українські логотипи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735452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r>
              <a:rPr lang="uk-UA" dirty="0"/>
              <a:t>Базовий слайд, світлий фон, англійські логотипи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48082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r>
              <a:rPr lang="uk-UA" dirty="0"/>
              <a:t>Базовий слайд, світлий фон, українські логотипи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900830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r>
              <a:rPr lang="uk-UA" dirty="0"/>
              <a:t>Базовий слайд, світлий фон, англійські логотипи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972947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r>
              <a:rPr lang="uk-UA" dirty="0"/>
              <a:t>Базовий слайд, світлий фон, українські логотипи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629430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r>
              <a:rPr lang="uk-UA" dirty="0"/>
              <a:t>Базовий слайд, світлий фон, українські логотипи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733787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r>
              <a:rPr lang="uk-UA" dirty="0"/>
              <a:t>Базовий слайд, світлий фон, українські логотипи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222686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r>
              <a:rPr lang="uk-UA" dirty="0"/>
              <a:t>Базовий слайд, світлий фон, українські логотипи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37522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r>
              <a:rPr lang="uk-UA" dirty="0"/>
              <a:t>Базовий слайд, світлий фон, українські логотипи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927055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r>
              <a:rPr lang="uk-UA" dirty="0"/>
              <a:t>Базовий слайд, світлий фон, українські логотипи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033670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13733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r>
              <a:rPr lang="uk-UA" dirty="0"/>
              <a:t>Базовий слайд, світлий фон, англійські логотипи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787628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r>
              <a:rPr lang="uk-UA" dirty="0"/>
              <a:t>Базовий слайд, світлий фон, англійські логотипи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086931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uk-UA" dirty="0"/>
              <a:t>Обкладинка, українська, темний фон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171271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r>
              <a:rPr lang="uk-UA" dirty="0"/>
              <a:t>Базовий слайд, світлий фон, українські логотипи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064026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7BED70-8AAE-3760-E8ED-A2EDE038A2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1C5D861-B7D0-4BB7-86B1-6ADC4D7A52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42C745A-DEDF-CE00-5024-78DB5C7BA0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r>
              <a:rPr lang="uk-UA" dirty="0"/>
              <a:t>Базовий слайд, світлий фон, англійські логотипи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839926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r>
              <a:rPr lang="uk-UA" dirty="0"/>
              <a:t>Базовий слайд, світлий фон, українські логотипи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496541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7BED70-8AAE-3760-E8ED-A2EDE038A2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1C5D861-B7D0-4BB7-86B1-6ADC4D7A52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42C745A-DEDF-CE00-5024-78DB5C7BA0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r>
              <a:rPr lang="uk-UA" dirty="0"/>
              <a:t>Базовий слайд, світлий фон, англійські логотипи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336593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7BED70-8AAE-3760-E8ED-A2EDE038A2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1C5D861-B7D0-4BB7-86B1-6ADC4D7A52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42C745A-DEDF-CE00-5024-78DB5C7BA0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r>
              <a:rPr lang="uk-UA" dirty="0"/>
              <a:t>Базовий слайд, світлий фон, англійські логотипи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38802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7BED70-8AAE-3760-E8ED-A2EDE038A2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1C5D861-B7D0-4BB7-86B1-6ADC4D7A52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42C745A-DEDF-CE00-5024-78DB5C7BA0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r>
              <a:rPr lang="uk-UA" dirty="0"/>
              <a:t>Базовий слайд, світлий фон, англійські логотипи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063085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7BED70-8AAE-3760-E8ED-A2EDE038A2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1C5D861-B7D0-4BB7-86B1-6ADC4D7A52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42C745A-DEDF-CE00-5024-78DB5C7BA0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r>
              <a:rPr lang="uk-UA" dirty="0"/>
              <a:t>Базовий слайд, світлий фон, англійські логотипи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163726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7BED70-8AAE-3760-E8ED-A2EDE038A2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1C5D861-B7D0-4BB7-86B1-6ADC4D7A52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42C745A-DEDF-CE00-5024-78DB5C7BA0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r>
              <a:rPr lang="uk-UA" dirty="0"/>
              <a:t>Базовий слайд, світлий фон, англійські логотипи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1027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10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4" Type="http://schemas.openxmlformats.org/officeDocument/2006/relationships/image" Target="../media/image14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17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18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17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9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18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17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17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17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17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13" Type="http://schemas.openxmlformats.org/officeDocument/2006/relationships/image" Target="../media/image22.png"/><Relationship Id="rId18" Type="http://schemas.openxmlformats.org/officeDocument/2006/relationships/image" Target="../media/image27.svg"/><Relationship Id="rId3" Type="http://schemas.openxmlformats.org/officeDocument/2006/relationships/image" Target="../media/image5.png"/><Relationship Id="rId21" Type="http://schemas.openxmlformats.org/officeDocument/2006/relationships/image" Target="../media/image30.png"/><Relationship Id="rId7" Type="http://schemas.openxmlformats.org/officeDocument/2006/relationships/image" Target="../media/image1.png"/><Relationship Id="rId12" Type="http://schemas.openxmlformats.org/officeDocument/2006/relationships/image" Target="../media/image21.svg"/><Relationship Id="rId17" Type="http://schemas.openxmlformats.org/officeDocument/2006/relationships/image" Target="../media/image26.png"/><Relationship Id="rId2" Type="http://schemas.openxmlformats.org/officeDocument/2006/relationships/notesSlide" Target="../notesSlides/notesSlide13.xml"/><Relationship Id="rId16" Type="http://schemas.openxmlformats.org/officeDocument/2006/relationships/image" Target="../media/image25.svg"/><Relationship Id="rId20" Type="http://schemas.openxmlformats.org/officeDocument/2006/relationships/image" Target="../media/image29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svg"/><Relationship Id="rId11" Type="http://schemas.openxmlformats.org/officeDocument/2006/relationships/image" Target="../media/image20.png"/><Relationship Id="rId5" Type="http://schemas.openxmlformats.org/officeDocument/2006/relationships/image" Target="../media/image7.png"/><Relationship Id="rId15" Type="http://schemas.openxmlformats.org/officeDocument/2006/relationships/image" Target="../media/image24.png"/><Relationship Id="rId23" Type="http://schemas.openxmlformats.org/officeDocument/2006/relationships/image" Target="../media/image32.png"/><Relationship Id="rId10" Type="http://schemas.openxmlformats.org/officeDocument/2006/relationships/image" Target="../media/image4.svg"/><Relationship Id="rId19" Type="http://schemas.openxmlformats.org/officeDocument/2006/relationships/image" Target="../media/image28.png"/><Relationship Id="rId4" Type="http://schemas.openxmlformats.org/officeDocument/2006/relationships/image" Target="../media/image17.svg"/><Relationship Id="rId9" Type="http://schemas.openxmlformats.org/officeDocument/2006/relationships/image" Target="../media/image3.png"/><Relationship Id="rId14" Type="http://schemas.openxmlformats.org/officeDocument/2006/relationships/image" Target="../media/image23.svg"/><Relationship Id="rId22" Type="http://schemas.openxmlformats.org/officeDocument/2006/relationships/image" Target="../media/image31.svg"/></Relationships>
</file>

<file path=ppt/slides/_rels/slide1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9.png"/><Relationship Id="rId18" Type="http://schemas.openxmlformats.org/officeDocument/2006/relationships/image" Target="../media/image44.svg"/><Relationship Id="rId26" Type="http://schemas.openxmlformats.org/officeDocument/2006/relationships/image" Target="../media/image52.svg"/><Relationship Id="rId39" Type="http://schemas.openxmlformats.org/officeDocument/2006/relationships/image" Target="../media/image65.png"/><Relationship Id="rId21" Type="http://schemas.openxmlformats.org/officeDocument/2006/relationships/image" Target="../media/image47.png"/><Relationship Id="rId34" Type="http://schemas.openxmlformats.org/officeDocument/2006/relationships/image" Target="../media/image60.svg"/><Relationship Id="rId42" Type="http://schemas.openxmlformats.org/officeDocument/2006/relationships/image" Target="../media/image68.sv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14.xml"/><Relationship Id="rId16" Type="http://schemas.openxmlformats.org/officeDocument/2006/relationships/image" Target="../media/image42.svg"/><Relationship Id="rId29" Type="http://schemas.openxmlformats.org/officeDocument/2006/relationships/image" Target="../media/image5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svg"/><Relationship Id="rId11" Type="http://schemas.openxmlformats.org/officeDocument/2006/relationships/image" Target="../media/image37.png"/><Relationship Id="rId24" Type="http://schemas.openxmlformats.org/officeDocument/2006/relationships/image" Target="../media/image50.svg"/><Relationship Id="rId32" Type="http://schemas.openxmlformats.org/officeDocument/2006/relationships/image" Target="../media/image58.svg"/><Relationship Id="rId37" Type="http://schemas.openxmlformats.org/officeDocument/2006/relationships/image" Target="../media/image63.png"/><Relationship Id="rId40" Type="http://schemas.openxmlformats.org/officeDocument/2006/relationships/image" Target="../media/image66.svg"/><Relationship Id="rId45" Type="http://schemas.openxmlformats.org/officeDocument/2006/relationships/image" Target="../media/image71.png"/><Relationship Id="rId5" Type="http://schemas.openxmlformats.org/officeDocument/2006/relationships/image" Target="../media/image7.png"/><Relationship Id="rId15" Type="http://schemas.openxmlformats.org/officeDocument/2006/relationships/image" Target="../media/image41.png"/><Relationship Id="rId23" Type="http://schemas.openxmlformats.org/officeDocument/2006/relationships/image" Target="../media/image49.png"/><Relationship Id="rId28" Type="http://schemas.openxmlformats.org/officeDocument/2006/relationships/image" Target="../media/image54.svg"/><Relationship Id="rId36" Type="http://schemas.openxmlformats.org/officeDocument/2006/relationships/image" Target="../media/image62.svg"/><Relationship Id="rId10" Type="http://schemas.openxmlformats.org/officeDocument/2006/relationships/image" Target="../media/image36.svg"/><Relationship Id="rId19" Type="http://schemas.openxmlformats.org/officeDocument/2006/relationships/image" Target="../media/image45.png"/><Relationship Id="rId31" Type="http://schemas.openxmlformats.org/officeDocument/2006/relationships/image" Target="../media/image57.png"/><Relationship Id="rId44" Type="http://schemas.openxmlformats.org/officeDocument/2006/relationships/image" Target="../media/image70.svg"/><Relationship Id="rId4" Type="http://schemas.openxmlformats.org/officeDocument/2006/relationships/image" Target="../media/image17.svg"/><Relationship Id="rId9" Type="http://schemas.openxmlformats.org/officeDocument/2006/relationships/image" Target="../media/image35.png"/><Relationship Id="rId14" Type="http://schemas.openxmlformats.org/officeDocument/2006/relationships/image" Target="../media/image40.svg"/><Relationship Id="rId22" Type="http://schemas.openxmlformats.org/officeDocument/2006/relationships/image" Target="../media/image48.svg"/><Relationship Id="rId27" Type="http://schemas.openxmlformats.org/officeDocument/2006/relationships/image" Target="../media/image53.png"/><Relationship Id="rId30" Type="http://schemas.openxmlformats.org/officeDocument/2006/relationships/image" Target="../media/image56.svg"/><Relationship Id="rId35" Type="http://schemas.openxmlformats.org/officeDocument/2006/relationships/image" Target="../media/image61.png"/><Relationship Id="rId43" Type="http://schemas.openxmlformats.org/officeDocument/2006/relationships/image" Target="../media/image69.png"/><Relationship Id="rId8" Type="http://schemas.openxmlformats.org/officeDocument/2006/relationships/image" Target="../media/image34.svg"/><Relationship Id="rId3" Type="http://schemas.openxmlformats.org/officeDocument/2006/relationships/image" Target="../media/image5.png"/><Relationship Id="rId12" Type="http://schemas.openxmlformats.org/officeDocument/2006/relationships/image" Target="../media/image38.svg"/><Relationship Id="rId17" Type="http://schemas.openxmlformats.org/officeDocument/2006/relationships/image" Target="../media/image43.png"/><Relationship Id="rId25" Type="http://schemas.openxmlformats.org/officeDocument/2006/relationships/image" Target="../media/image51.png"/><Relationship Id="rId33" Type="http://schemas.openxmlformats.org/officeDocument/2006/relationships/image" Target="../media/image59.png"/><Relationship Id="rId38" Type="http://schemas.openxmlformats.org/officeDocument/2006/relationships/image" Target="../media/image64.svg"/><Relationship Id="rId20" Type="http://schemas.openxmlformats.org/officeDocument/2006/relationships/image" Target="../media/image46.svg"/><Relationship Id="rId41" Type="http://schemas.openxmlformats.org/officeDocument/2006/relationships/image" Target="../media/image67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.jpeg"/><Relationship Id="rId13" Type="http://schemas.openxmlformats.org/officeDocument/2006/relationships/image" Target="../media/image78.jpeg"/><Relationship Id="rId18" Type="http://schemas.openxmlformats.org/officeDocument/2006/relationships/image" Target="../media/image83.jpeg"/><Relationship Id="rId3" Type="http://schemas.openxmlformats.org/officeDocument/2006/relationships/image" Target="../media/image5.png"/><Relationship Id="rId21" Type="http://schemas.openxmlformats.org/officeDocument/2006/relationships/image" Target="../media/image86.jpeg"/><Relationship Id="rId7" Type="http://schemas.openxmlformats.org/officeDocument/2006/relationships/image" Target="../media/image72.jpeg"/><Relationship Id="rId12" Type="http://schemas.openxmlformats.org/officeDocument/2006/relationships/image" Target="../media/image77.jpeg"/><Relationship Id="rId17" Type="http://schemas.openxmlformats.org/officeDocument/2006/relationships/image" Target="../media/image82.jpeg"/><Relationship Id="rId2" Type="http://schemas.openxmlformats.org/officeDocument/2006/relationships/notesSlide" Target="../notesSlides/notesSlide15.xml"/><Relationship Id="rId16" Type="http://schemas.openxmlformats.org/officeDocument/2006/relationships/image" Target="../media/image81.jpeg"/><Relationship Id="rId20" Type="http://schemas.openxmlformats.org/officeDocument/2006/relationships/image" Target="../media/image85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svg"/><Relationship Id="rId11" Type="http://schemas.openxmlformats.org/officeDocument/2006/relationships/image" Target="../media/image76.jpeg"/><Relationship Id="rId5" Type="http://schemas.openxmlformats.org/officeDocument/2006/relationships/image" Target="../media/image7.png"/><Relationship Id="rId15" Type="http://schemas.openxmlformats.org/officeDocument/2006/relationships/image" Target="../media/image80.jpeg"/><Relationship Id="rId10" Type="http://schemas.openxmlformats.org/officeDocument/2006/relationships/image" Target="../media/image75.jpeg"/><Relationship Id="rId19" Type="http://schemas.openxmlformats.org/officeDocument/2006/relationships/image" Target="../media/image84.jpeg"/><Relationship Id="rId4" Type="http://schemas.openxmlformats.org/officeDocument/2006/relationships/image" Target="../media/image17.svg"/><Relationship Id="rId9" Type="http://schemas.openxmlformats.org/officeDocument/2006/relationships/image" Target="../media/image74.jpeg"/><Relationship Id="rId14" Type="http://schemas.openxmlformats.org/officeDocument/2006/relationships/image" Target="../media/image79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72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7.sv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jpeg"/><Relationship Id="rId7" Type="http://schemas.openxmlformats.org/officeDocument/2006/relationships/image" Target="../media/image12.sv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88.svg"/><Relationship Id="rId4" Type="http://schemas.openxmlformats.org/officeDocument/2006/relationships/image" Target="../media/image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jpeg"/><Relationship Id="rId7" Type="http://schemas.openxmlformats.org/officeDocument/2006/relationships/image" Target="../media/image12.sv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88.svg"/><Relationship Id="rId4" Type="http://schemas.openxmlformats.org/officeDocument/2006/relationships/image" Target="../media/image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4" Type="http://schemas.openxmlformats.org/officeDocument/2006/relationships/image" Target="../media/image14.sv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17.sv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18.sv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17.sv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0.svg"/><Relationship Id="rId3" Type="http://schemas.openxmlformats.org/officeDocument/2006/relationships/image" Target="../media/image1.png"/><Relationship Id="rId7" Type="http://schemas.openxmlformats.org/officeDocument/2006/relationships/image" Target="../media/image8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18.sv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18.sv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7" Type="http://schemas.openxmlformats.org/officeDocument/2006/relationships/image" Target="../media/image4.sv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18.svg"/><Relationship Id="rId4" Type="http://schemas.openxmlformats.org/officeDocument/2006/relationships/image" Target="../media/image1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18.sv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1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0">
            <a:extLst>
              <a:ext uri="{FF2B5EF4-FFF2-40B4-BE49-F238E27FC236}">
                <a16:creationId xmlns:a16="http://schemas.microsoft.com/office/drawing/2014/main" id="{A0C28789-1686-7E3B-9335-398E71C57E17}"/>
              </a:ext>
            </a:extLst>
          </p:cNvPr>
          <p:cNvSpPr/>
          <p:nvPr/>
        </p:nvSpPr>
        <p:spPr>
          <a:xfrm>
            <a:off x="1161915" y="4821013"/>
            <a:ext cx="6705600" cy="3224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uk-UA" sz="1200" kern="0" spc="-70" dirty="0">
                <a:solidFill>
                  <a:srgbClr val="1A1A1A"/>
                </a:solidFill>
                <a:latin typeface="e-Ukraine" panose="00000500000000000000" pitchFamily="50" charset="-52"/>
                <a:ea typeface="e-Ukraine Head" pitchFamily="34" charset="-122"/>
                <a:cs typeface="e-Ukraine Head" pitchFamily="34" charset="-120"/>
              </a:rPr>
              <a:t>Дата / авторство / технічна примітка в 1 строку. Шрифт </a:t>
            </a:r>
            <a:r>
              <a:rPr lang="en-US" sz="1200" kern="0" spc="-70" dirty="0">
                <a:solidFill>
                  <a:srgbClr val="1A1A1A"/>
                </a:solidFill>
                <a:latin typeface="e-Ukraine" panose="00000500000000000000" pitchFamily="50" charset="-52"/>
                <a:ea typeface="e-Ukraine Head" pitchFamily="34" charset="-122"/>
                <a:cs typeface="e-Ukraine Head" pitchFamily="34" charset="-120"/>
              </a:rPr>
              <a:t>e-Ukraine </a:t>
            </a:r>
            <a:r>
              <a:rPr lang="uk-UA" sz="1200" kern="0" spc="-70" dirty="0">
                <a:solidFill>
                  <a:srgbClr val="1A1A1A"/>
                </a:solidFill>
                <a:latin typeface="e-Ukraine" panose="00000500000000000000" pitchFamily="50" charset="-52"/>
                <a:ea typeface="e-Ukraine Head" pitchFamily="34" charset="-122"/>
                <a:cs typeface="e-Ukraine Head" pitchFamily="34" charset="-120"/>
              </a:rPr>
              <a:t>12 </a:t>
            </a:r>
            <a:r>
              <a:rPr lang="en-US" sz="1200" kern="0" spc="-70" dirty="0">
                <a:solidFill>
                  <a:srgbClr val="1A1A1A"/>
                </a:solidFill>
                <a:latin typeface="e-Ukraine" panose="00000500000000000000" pitchFamily="50" charset="-52"/>
                <a:ea typeface="e-Ukraine Head" pitchFamily="34" charset="-122"/>
                <a:cs typeface="e-Ukraine Head" pitchFamily="34" charset="-120"/>
              </a:rPr>
              <a:t>pt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767EE5C1-0F40-DB76-288B-FDCDC7B9251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0016" y="563488"/>
            <a:ext cx="3180537" cy="481007"/>
          </a:xfrm>
          <a:prstGeom prst="rect">
            <a:avLst/>
          </a:prstGeom>
        </p:spPr>
      </p:pic>
      <p:sp>
        <p:nvSpPr>
          <p:cNvPr id="10" name="Text 0">
            <a:extLst>
              <a:ext uri="{FF2B5EF4-FFF2-40B4-BE49-F238E27FC236}">
                <a16:creationId xmlns:a16="http://schemas.microsoft.com/office/drawing/2014/main" id="{82BCCF81-9587-1C00-537A-5653E1461CFA}"/>
              </a:ext>
            </a:extLst>
          </p:cNvPr>
          <p:cNvSpPr/>
          <p:nvPr/>
        </p:nvSpPr>
        <p:spPr>
          <a:xfrm>
            <a:off x="1161915" y="1603454"/>
            <a:ext cx="6705600" cy="15320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>
              <a:lnSpc>
                <a:spcPts val="4221"/>
              </a:lnSpc>
            </a:pPr>
            <a:r>
              <a:rPr lang="en-US" sz="3200" kern="0" spc="-70" dirty="0" err="1">
                <a:solidFill>
                  <a:srgbClr val="1A1A1A"/>
                </a:solidFill>
                <a:latin typeface="e-Ukraine Head Bold" panose="00000800000000000000" pitchFamily="50" charset="-52"/>
                <a:ea typeface="e-Ukraine Head" pitchFamily="34" charset="-122"/>
                <a:cs typeface="e-Ukraine Head" pitchFamily="34" charset="-120"/>
              </a:rPr>
              <a:t>Тема</a:t>
            </a:r>
            <a:r>
              <a:rPr lang="uk-UA" sz="3200" kern="0" spc="-70" dirty="0">
                <a:solidFill>
                  <a:srgbClr val="1A1A1A"/>
                </a:solidFill>
                <a:latin typeface="e-Ukraine Head Bold" panose="00000800000000000000" pitchFamily="50" charset="-52"/>
                <a:ea typeface="e-Ukraine Head" pitchFamily="34" charset="-122"/>
                <a:cs typeface="e-Ukraine Head" pitchFamily="34" charset="-120"/>
              </a:rPr>
              <a:t> (заголовок)</a:t>
            </a:r>
            <a:r>
              <a:rPr lang="en-US" sz="3200" kern="0" spc="-70" dirty="0">
                <a:solidFill>
                  <a:srgbClr val="1A1A1A"/>
                </a:solidFill>
                <a:latin typeface="e-Ukraine Head Bold" panose="00000800000000000000" pitchFamily="50" charset="-52"/>
                <a:ea typeface="e-Ukraine Head" pitchFamily="34" charset="-122"/>
                <a:cs typeface="e-Ukraine Head" pitchFamily="34" charset="-120"/>
              </a:rPr>
              <a:t> </a:t>
            </a:r>
            <a:r>
              <a:rPr lang="en-US" sz="3200" kern="0" spc="-70" dirty="0" err="1">
                <a:solidFill>
                  <a:srgbClr val="1A1A1A"/>
                </a:solidFill>
                <a:latin typeface="e-Ukraine Head Bold" panose="00000800000000000000" pitchFamily="50" charset="-52"/>
                <a:ea typeface="e-Ukraine Head" pitchFamily="34" charset="-122"/>
                <a:cs typeface="e-Ukraine Head" pitchFamily="34" charset="-120"/>
              </a:rPr>
              <a:t>презентації</a:t>
            </a:r>
            <a:br>
              <a:rPr lang="en-US" sz="3200" kern="0" spc="-70" dirty="0">
                <a:solidFill>
                  <a:srgbClr val="1A1A1A"/>
                </a:solidFill>
                <a:latin typeface="e-Ukraine Head Bold" panose="00000800000000000000" pitchFamily="50" charset="-52"/>
                <a:ea typeface="e-Ukraine Head" pitchFamily="34" charset="-122"/>
                <a:cs typeface="e-Ukraine Head" pitchFamily="34" charset="-120"/>
              </a:rPr>
            </a:br>
            <a:r>
              <a:rPr lang="uk-UA" sz="3200" kern="0" spc="-70" dirty="0">
                <a:solidFill>
                  <a:srgbClr val="1A1A1A"/>
                </a:solidFill>
                <a:latin typeface="e-Ukraine Head Bold" panose="00000800000000000000" pitchFamily="50" charset="-52"/>
                <a:ea typeface="e-Ukraine Head" pitchFamily="34" charset="-122"/>
                <a:cs typeface="e-Ukraine Head" pitchFamily="34" charset="-120"/>
              </a:rPr>
              <a:t>Шрифт </a:t>
            </a:r>
            <a:r>
              <a:rPr lang="en-US" sz="3200" kern="0" spc="-70" dirty="0">
                <a:solidFill>
                  <a:srgbClr val="1A1A1A"/>
                </a:solidFill>
                <a:latin typeface="e-Ukraine Head Bold" panose="00000800000000000000" pitchFamily="50" charset="-52"/>
                <a:ea typeface="e-Ukraine Head" pitchFamily="34" charset="-122"/>
                <a:cs typeface="e-Ukraine Head" pitchFamily="34" charset="-120"/>
              </a:rPr>
              <a:t>e-Ukraine Head Bold 32</a:t>
            </a:r>
            <a:r>
              <a:rPr lang="uk-UA" sz="3200" kern="0" spc="-70" dirty="0">
                <a:solidFill>
                  <a:srgbClr val="1A1A1A"/>
                </a:solidFill>
                <a:latin typeface="e-Ukraine Head Bold" panose="00000800000000000000" pitchFamily="50" charset="-52"/>
                <a:ea typeface="e-Ukraine Head" pitchFamily="34" charset="-122"/>
                <a:cs typeface="e-Ukraine Head" pitchFamily="34" charset="-120"/>
              </a:rPr>
              <a:t> </a:t>
            </a:r>
            <a:r>
              <a:rPr lang="en-US" sz="3200" kern="0" spc="-70" dirty="0">
                <a:solidFill>
                  <a:srgbClr val="1A1A1A"/>
                </a:solidFill>
                <a:latin typeface="e-Ukraine Head Bold" panose="00000800000000000000" pitchFamily="50" charset="-52"/>
                <a:ea typeface="e-Ukraine Head" pitchFamily="34" charset="-122"/>
                <a:cs typeface="e-Ukraine Head" pitchFamily="34" charset="-120"/>
              </a:rPr>
              <a:t>pt. </a:t>
            </a:r>
            <a:r>
              <a:rPr lang="uk-UA" sz="3200" kern="0" spc="-70" dirty="0">
                <a:solidFill>
                  <a:srgbClr val="1A1A1A"/>
                </a:solidFill>
                <a:latin typeface="e-Ukraine Head Bold" panose="00000800000000000000" pitchFamily="50" charset="-52"/>
              </a:rPr>
              <a:t>Не більше 3 строк</a:t>
            </a:r>
            <a:endParaRPr lang="en-US" sz="3200" dirty="0">
              <a:solidFill>
                <a:srgbClr val="1A1A1A"/>
              </a:solidFill>
              <a:latin typeface="e-Ukraine Head Bold" panose="00000800000000000000" pitchFamily="50" charset="-52"/>
            </a:endParaRPr>
          </a:p>
        </p:txBody>
      </p:sp>
      <p:sp>
        <p:nvSpPr>
          <p:cNvPr id="11" name="Text 0">
            <a:extLst>
              <a:ext uri="{FF2B5EF4-FFF2-40B4-BE49-F238E27FC236}">
                <a16:creationId xmlns:a16="http://schemas.microsoft.com/office/drawing/2014/main" id="{036660F9-0108-EA77-B49C-5F921D473D43}"/>
              </a:ext>
            </a:extLst>
          </p:cNvPr>
          <p:cNvSpPr/>
          <p:nvPr/>
        </p:nvSpPr>
        <p:spPr>
          <a:xfrm>
            <a:off x="1161915" y="3294278"/>
            <a:ext cx="6705600" cy="912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uk-UA" sz="2000" kern="0" spc="-70" dirty="0">
                <a:solidFill>
                  <a:srgbClr val="1A1A1A"/>
                </a:solidFill>
                <a:latin typeface="e-Ukraine" panose="00000500000000000000" pitchFamily="50" charset="-52"/>
                <a:ea typeface="e-Ukraine Head" pitchFamily="34" charset="-122"/>
                <a:cs typeface="e-Ukraine Head" pitchFamily="34" charset="-120"/>
              </a:rPr>
              <a:t>Додаткова тема або опис до</a:t>
            </a:r>
            <a:r>
              <a:rPr lang="en-US" sz="2000" kern="0" spc="-70" dirty="0">
                <a:solidFill>
                  <a:srgbClr val="1A1A1A"/>
                </a:solidFill>
                <a:latin typeface="e-Ukraine" panose="00000500000000000000" pitchFamily="50" charset="-52"/>
                <a:ea typeface="e-Ukraine Head" pitchFamily="34" charset="-122"/>
                <a:cs typeface="e-Ukraine Head" pitchFamily="34" charset="-120"/>
              </a:rPr>
              <a:t> </a:t>
            </a:r>
            <a:r>
              <a:rPr lang="en-US" sz="2000" kern="0" spc="-70" dirty="0" err="1">
                <a:solidFill>
                  <a:srgbClr val="1A1A1A"/>
                </a:solidFill>
                <a:latin typeface="e-Ukraine" panose="00000500000000000000" pitchFamily="50" charset="-52"/>
                <a:ea typeface="e-Ukraine Head" pitchFamily="34" charset="-122"/>
                <a:cs typeface="e-Ukraine Head" pitchFamily="34" charset="-120"/>
              </a:rPr>
              <a:t>презентації</a:t>
            </a:r>
            <a:br>
              <a:rPr lang="en-US" sz="2000" kern="0" spc="-70" dirty="0">
                <a:solidFill>
                  <a:srgbClr val="1A1A1A"/>
                </a:solidFill>
                <a:latin typeface="e-Ukraine" panose="00000500000000000000" pitchFamily="50" charset="-52"/>
                <a:ea typeface="e-Ukraine Head" pitchFamily="34" charset="-122"/>
                <a:cs typeface="e-Ukraine Head" pitchFamily="34" charset="-120"/>
              </a:rPr>
            </a:br>
            <a:r>
              <a:rPr lang="uk-UA" sz="2000" kern="0" spc="-70" dirty="0">
                <a:solidFill>
                  <a:srgbClr val="1A1A1A"/>
                </a:solidFill>
                <a:latin typeface="e-Ukraine" panose="00000500000000000000" pitchFamily="50" charset="-52"/>
                <a:ea typeface="e-Ukraine Head" pitchFamily="34" charset="-122"/>
                <a:cs typeface="e-Ukraine Head" pitchFamily="34" charset="-120"/>
              </a:rPr>
              <a:t>Шрифт </a:t>
            </a:r>
            <a:r>
              <a:rPr lang="en-US" sz="2000" kern="0" spc="-70" dirty="0">
                <a:solidFill>
                  <a:srgbClr val="1A1A1A"/>
                </a:solidFill>
                <a:latin typeface="e-Ukraine" panose="00000500000000000000" pitchFamily="50" charset="-52"/>
                <a:ea typeface="e-Ukraine Head" pitchFamily="34" charset="-122"/>
                <a:cs typeface="e-Ukraine Head" pitchFamily="34" charset="-120"/>
              </a:rPr>
              <a:t>e-Ukraine </a:t>
            </a:r>
            <a:r>
              <a:rPr lang="uk-UA" sz="2000" kern="0" spc="-70" dirty="0">
                <a:solidFill>
                  <a:srgbClr val="1A1A1A"/>
                </a:solidFill>
                <a:latin typeface="e-Ukraine" panose="00000500000000000000" pitchFamily="50" charset="-52"/>
                <a:ea typeface="e-Ukraine Head" pitchFamily="34" charset="-122"/>
                <a:cs typeface="e-Ukraine Head" pitchFamily="34" charset="-120"/>
              </a:rPr>
              <a:t>20 </a:t>
            </a:r>
            <a:r>
              <a:rPr lang="en-US" sz="2000" kern="0" spc="-70" dirty="0">
                <a:solidFill>
                  <a:srgbClr val="1A1A1A"/>
                </a:solidFill>
                <a:latin typeface="e-Ukraine" panose="00000500000000000000" pitchFamily="50" charset="-52"/>
                <a:ea typeface="e-Ukraine Head" pitchFamily="34" charset="-122"/>
                <a:cs typeface="e-Ukraine Head" pitchFamily="34" charset="-120"/>
              </a:rPr>
              <a:t>pt</a:t>
            </a:r>
          </a:p>
          <a:p>
            <a:pPr algn="ctr"/>
            <a:r>
              <a:rPr lang="uk-UA" sz="2000" kern="0" spc="-70" dirty="0">
                <a:solidFill>
                  <a:srgbClr val="1A1A1A"/>
                </a:solidFill>
                <a:latin typeface="e-Ukraine" panose="00000500000000000000" pitchFamily="50" charset="-52"/>
              </a:rPr>
              <a:t>Опціонально, але не більше 3 строк</a:t>
            </a:r>
            <a:endParaRPr lang="en-US" sz="2000" dirty="0">
              <a:solidFill>
                <a:srgbClr val="1A1A1A"/>
              </a:solidFill>
              <a:latin typeface="e-Ukraine" panose="00000500000000000000" pitchFamily="50" charset="-52"/>
            </a:endParaRPr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E1287A83-AF22-9AB8-A86A-233A8B80B96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40531" y="563488"/>
            <a:ext cx="1535847" cy="481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0557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0">
            <a:extLst>
              <a:ext uri="{FF2B5EF4-FFF2-40B4-BE49-F238E27FC236}">
                <a16:creationId xmlns:a16="http://schemas.microsoft.com/office/drawing/2014/main" id="{A0C28789-1686-7E3B-9335-398E71C57E17}"/>
              </a:ext>
            </a:extLst>
          </p:cNvPr>
          <p:cNvSpPr/>
          <p:nvPr/>
        </p:nvSpPr>
        <p:spPr>
          <a:xfrm>
            <a:off x="1161915" y="4821013"/>
            <a:ext cx="6705600" cy="3224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uk-UA" sz="1200" kern="0" spc="-70" dirty="0">
                <a:solidFill>
                  <a:srgbClr val="1A1A1A"/>
                </a:solidFill>
                <a:latin typeface="e-Ukraine" panose="00000500000000000000" pitchFamily="50" charset="-52"/>
                <a:ea typeface="e-Ukraine Head" pitchFamily="34" charset="-122"/>
                <a:cs typeface="e-Ukraine Head" pitchFamily="34" charset="-120"/>
              </a:rPr>
              <a:t>Дата / авторство / технічна примітка в 1 строку. Шрифт </a:t>
            </a:r>
            <a:r>
              <a:rPr lang="en-US" sz="1200" kern="0" spc="-70" dirty="0">
                <a:solidFill>
                  <a:srgbClr val="1A1A1A"/>
                </a:solidFill>
                <a:latin typeface="e-Ukraine" panose="00000500000000000000" pitchFamily="50" charset="-52"/>
                <a:ea typeface="e-Ukraine Head" pitchFamily="34" charset="-122"/>
                <a:cs typeface="e-Ukraine Head" pitchFamily="34" charset="-120"/>
              </a:rPr>
              <a:t>e-Ukraine </a:t>
            </a:r>
            <a:r>
              <a:rPr lang="uk-UA" sz="1200" kern="0" spc="-70" dirty="0">
                <a:solidFill>
                  <a:srgbClr val="1A1A1A"/>
                </a:solidFill>
                <a:latin typeface="e-Ukraine" panose="00000500000000000000" pitchFamily="50" charset="-52"/>
                <a:ea typeface="e-Ukraine Head" pitchFamily="34" charset="-122"/>
                <a:cs typeface="e-Ukraine Head" pitchFamily="34" charset="-120"/>
              </a:rPr>
              <a:t>12 </a:t>
            </a:r>
            <a:r>
              <a:rPr lang="en-US" sz="1200" kern="0" spc="-70" dirty="0">
                <a:solidFill>
                  <a:srgbClr val="1A1A1A"/>
                </a:solidFill>
                <a:latin typeface="e-Ukraine" panose="00000500000000000000" pitchFamily="50" charset="-52"/>
                <a:ea typeface="e-Ukraine Head" pitchFamily="34" charset="-122"/>
                <a:cs typeface="e-Ukraine Head" pitchFamily="34" charset="-120"/>
              </a:rPr>
              <a:t>pt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BEFF0253-76B9-3E43-E3E9-6F7B1007CEF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09304" y="563488"/>
            <a:ext cx="1367075" cy="481007"/>
          </a:xfrm>
          <a:prstGeom prst="rect">
            <a:avLst/>
          </a:prstGeom>
        </p:spPr>
      </p:pic>
      <p:sp>
        <p:nvSpPr>
          <p:cNvPr id="10" name="Text 0">
            <a:extLst>
              <a:ext uri="{FF2B5EF4-FFF2-40B4-BE49-F238E27FC236}">
                <a16:creationId xmlns:a16="http://schemas.microsoft.com/office/drawing/2014/main" id="{82BCCF81-9587-1C00-537A-5653E1461CFA}"/>
              </a:ext>
            </a:extLst>
          </p:cNvPr>
          <p:cNvSpPr/>
          <p:nvPr/>
        </p:nvSpPr>
        <p:spPr>
          <a:xfrm>
            <a:off x="1161915" y="1603454"/>
            <a:ext cx="6705600" cy="15320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>
              <a:lnSpc>
                <a:spcPts val="4221"/>
              </a:lnSpc>
            </a:pPr>
            <a:r>
              <a:rPr lang="en-US" sz="3200" kern="0" spc="-70" dirty="0" err="1">
                <a:solidFill>
                  <a:srgbClr val="1A1A1A"/>
                </a:solidFill>
                <a:latin typeface="e-Ukraine Head Bold" panose="00000800000000000000" pitchFamily="50" charset="-52"/>
                <a:ea typeface="e-Ukraine Head" pitchFamily="34" charset="-122"/>
                <a:cs typeface="e-Ukraine Head" pitchFamily="34" charset="-120"/>
              </a:rPr>
              <a:t>Тема</a:t>
            </a:r>
            <a:r>
              <a:rPr lang="uk-UA" sz="3200" kern="0" spc="-70" dirty="0">
                <a:solidFill>
                  <a:srgbClr val="1A1A1A"/>
                </a:solidFill>
                <a:latin typeface="e-Ukraine Head Bold" panose="00000800000000000000" pitchFamily="50" charset="-52"/>
                <a:ea typeface="e-Ukraine Head" pitchFamily="34" charset="-122"/>
                <a:cs typeface="e-Ukraine Head" pitchFamily="34" charset="-120"/>
              </a:rPr>
              <a:t> (заголовок)</a:t>
            </a:r>
            <a:r>
              <a:rPr lang="en-US" sz="3200" kern="0" spc="-70" dirty="0">
                <a:solidFill>
                  <a:srgbClr val="1A1A1A"/>
                </a:solidFill>
                <a:latin typeface="e-Ukraine Head Bold" panose="00000800000000000000" pitchFamily="50" charset="-52"/>
                <a:ea typeface="e-Ukraine Head" pitchFamily="34" charset="-122"/>
                <a:cs typeface="e-Ukraine Head" pitchFamily="34" charset="-120"/>
              </a:rPr>
              <a:t> </a:t>
            </a:r>
            <a:r>
              <a:rPr lang="en-US" sz="3200" kern="0" spc="-70" dirty="0" err="1">
                <a:solidFill>
                  <a:srgbClr val="1A1A1A"/>
                </a:solidFill>
                <a:latin typeface="e-Ukraine Head Bold" panose="00000800000000000000" pitchFamily="50" charset="-52"/>
                <a:ea typeface="e-Ukraine Head" pitchFamily="34" charset="-122"/>
                <a:cs typeface="e-Ukraine Head" pitchFamily="34" charset="-120"/>
              </a:rPr>
              <a:t>презентації</a:t>
            </a:r>
            <a:br>
              <a:rPr lang="en-US" sz="3200" kern="0" spc="-70" dirty="0">
                <a:solidFill>
                  <a:srgbClr val="1A1A1A"/>
                </a:solidFill>
                <a:latin typeface="e-Ukraine Head Bold" panose="00000800000000000000" pitchFamily="50" charset="-52"/>
                <a:ea typeface="e-Ukraine Head" pitchFamily="34" charset="-122"/>
                <a:cs typeface="e-Ukraine Head" pitchFamily="34" charset="-120"/>
              </a:rPr>
            </a:br>
            <a:r>
              <a:rPr lang="uk-UA" sz="3200" kern="0" spc="-70" dirty="0">
                <a:solidFill>
                  <a:srgbClr val="1A1A1A"/>
                </a:solidFill>
                <a:latin typeface="e-Ukraine Head Bold" panose="00000800000000000000" pitchFamily="50" charset="-52"/>
                <a:ea typeface="e-Ukraine Head" pitchFamily="34" charset="-122"/>
                <a:cs typeface="e-Ukraine Head" pitchFamily="34" charset="-120"/>
              </a:rPr>
              <a:t>Шрифт </a:t>
            </a:r>
            <a:r>
              <a:rPr lang="en-US" sz="3200" kern="0" spc="-70" dirty="0">
                <a:solidFill>
                  <a:srgbClr val="1A1A1A"/>
                </a:solidFill>
                <a:latin typeface="e-Ukraine Head Bold" panose="00000800000000000000" pitchFamily="50" charset="-52"/>
                <a:ea typeface="e-Ukraine Head" pitchFamily="34" charset="-122"/>
                <a:cs typeface="e-Ukraine Head" pitchFamily="34" charset="-120"/>
              </a:rPr>
              <a:t>e-Ukraine Head Bold 32</a:t>
            </a:r>
            <a:r>
              <a:rPr lang="uk-UA" sz="3200" kern="0" spc="-70" dirty="0">
                <a:solidFill>
                  <a:srgbClr val="1A1A1A"/>
                </a:solidFill>
                <a:latin typeface="e-Ukraine Head Bold" panose="00000800000000000000" pitchFamily="50" charset="-52"/>
                <a:ea typeface="e-Ukraine Head" pitchFamily="34" charset="-122"/>
                <a:cs typeface="e-Ukraine Head" pitchFamily="34" charset="-120"/>
              </a:rPr>
              <a:t> </a:t>
            </a:r>
            <a:r>
              <a:rPr lang="en-US" sz="3200" kern="0" spc="-70" dirty="0">
                <a:solidFill>
                  <a:srgbClr val="1A1A1A"/>
                </a:solidFill>
                <a:latin typeface="e-Ukraine Head Bold" panose="00000800000000000000" pitchFamily="50" charset="-52"/>
                <a:ea typeface="e-Ukraine Head" pitchFamily="34" charset="-122"/>
                <a:cs typeface="e-Ukraine Head" pitchFamily="34" charset="-120"/>
              </a:rPr>
              <a:t>pt. </a:t>
            </a:r>
            <a:r>
              <a:rPr lang="uk-UA" sz="3200" kern="0" spc="-70" dirty="0">
                <a:solidFill>
                  <a:srgbClr val="1A1A1A"/>
                </a:solidFill>
                <a:latin typeface="e-Ukraine Head Bold" panose="00000800000000000000" pitchFamily="50" charset="-52"/>
              </a:rPr>
              <a:t>Не більше 3 строк</a:t>
            </a:r>
            <a:endParaRPr lang="en-US" sz="3200" dirty="0">
              <a:solidFill>
                <a:srgbClr val="1A1A1A"/>
              </a:solidFill>
              <a:latin typeface="e-Ukraine Head Bold" panose="00000800000000000000" pitchFamily="50" charset="-52"/>
            </a:endParaRPr>
          </a:p>
        </p:txBody>
      </p:sp>
      <p:sp>
        <p:nvSpPr>
          <p:cNvPr id="11" name="Text 0">
            <a:extLst>
              <a:ext uri="{FF2B5EF4-FFF2-40B4-BE49-F238E27FC236}">
                <a16:creationId xmlns:a16="http://schemas.microsoft.com/office/drawing/2014/main" id="{036660F9-0108-EA77-B49C-5F921D473D43}"/>
              </a:ext>
            </a:extLst>
          </p:cNvPr>
          <p:cNvSpPr/>
          <p:nvPr/>
        </p:nvSpPr>
        <p:spPr>
          <a:xfrm>
            <a:off x="1161915" y="3294278"/>
            <a:ext cx="6705600" cy="912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uk-UA" sz="2000" kern="0" spc="-70" dirty="0">
                <a:solidFill>
                  <a:srgbClr val="1A1A1A"/>
                </a:solidFill>
                <a:latin typeface="e-Ukraine" panose="00000500000000000000" pitchFamily="50" charset="-52"/>
                <a:ea typeface="e-Ukraine Head" pitchFamily="34" charset="-122"/>
                <a:cs typeface="e-Ukraine Head" pitchFamily="34" charset="-120"/>
              </a:rPr>
              <a:t>Додаткова тема або опис до</a:t>
            </a:r>
            <a:r>
              <a:rPr lang="en-US" sz="2000" kern="0" spc="-70" dirty="0">
                <a:solidFill>
                  <a:srgbClr val="1A1A1A"/>
                </a:solidFill>
                <a:latin typeface="e-Ukraine" panose="00000500000000000000" pitchFamily="50" charset="-52"/>
                <a:ea typeface="e-Ukraine Head" pitchFamily="34" charset="-122"/>
                <a:cs typeface="e-Ukraine Head" pitchFamily="34" charset="-120"/>
              </a:rPr>
              <a:t> </a:t>
            </a:r>
            <a:r>
              <a:rPr lang="en-US" sz="2000" kern="0" spc="-70" dirty="0" err="1">
                <a:solidFill>
                  <a:srgbClr val="1A1A1A"/>
                </a:solidFill>
                <a:latin typeface="e-Ukraine" panose="00000500000000000000" pitchFamily="50" charset="-52"/>
                <a:ea typeface="e-Ukraine Head" pitchFamily="34" charset="-122"/>
                <a:cs typeface="e-Ukraine Head" pitchFamily="34" charset="-120"/>
              </a:rPr>
              <a:t>презентації</a:t>
            </a:r>
            <a:br>
              <a:rPr lang="en-US" sz="2000" kern="0" spc="-70" dirty="0">
                <a:solidFill>
                  <a:srgbClr val="1A1A1A"/>
                </a:solidFill>
                <a:latin typeface="e-Ukraine" panose="00000500000000000000" pitchFamily="50" charset="-52"/>
                <a:ea typeface="e-Ukraine Head" pitchFamily="34" charset="-122"/>
                <a:cs typeface="e-Ukraine Head" pitchFamily="34" charset="-120"/>
              </a:rPr>
            </a:br>
            <a:r>
              <a:rPr lang="uk-UA" sz="2000" kern="0" spc="-70" dirty="0">
                <a:solidFill>
                  <a:srgbClr val="1A1A1A"/>
                </a:solidFill>
                <a:latin typeface="e-Ukraine" panose="00000500000000000000" pitchFamily="50" charset="-52"/>
                <a:ea typeface="e-Ukraine Head" pitchFamily="34" charset="-122"/>
                <a:cs typeface="e-Ukraine Head" pitchFamily="34" charset="-120"/>
              </a:rPr>
              <a:t>Шрифт </a:t>
            </a:r>
            <a:r>
              <a:rPr lang="en-US" sz="2000" kern="0" spc="-70" dirty="0">
                <a:solidFill>
                  <a:srgbClr val="1A1A1A"/>
                </a:solidFill>
                <a:latin typeface="e-Ukraine" panose="00000500000000000000" pitchFamily="50" charset="-52"/>
                <a:ea typeface="e-Ukraine Head" pitchFamily="34" charset="-122"/>
                <a:cs typeface="e-Ukraine Head" pitchFamily="34" charset="-120"/>
              </a:rPr>
              <a:t>e-Ukraine </a:t>
            </a:r>
            <a:r>
              <a:rPr lang="uk-UA" sz="2000" kern="0" spc="-70" dirty="0">
                <a:solidFill>
                  <a:srgbClr val="1A1A1A"/>
                </a:solidFill>
                <a:latin typeface="e-Ukraine" panose="00000500000000000000" pitchFamily="50" charset="-52"/>
                <a:ea typeface="e-Ukraine Head" pitchFamily="34" charset="-122"/>
                <a:cs typeface="e-Ukraine Head" pitchFamily="34" charset="-120"/>
              </a:rPr>
              <a:t>20 </a:t>
            </a:r>
            <a:r>
              <a:rPr lang="en-US" sz="2000" kern="0" spc="-70" dirty="0">
                <a:solidFill>
                  <a:srgbClr val="1A1A1A"/>
                </a:solidFill>
                <a:latin typeface="e-Ukraine" panose="00000500000000000000" pitchFamily="50" charset="-52"/>
                <a:ea typeface="e-Ukraine Head" pitchFamily="34" charset="-122"/>
                <a:cs typeface="e-Ukraine Head" pitchFamily="34" charset="-120"/>
              </a:rPr>
              <a:t>pt</a:t>
            </a:r>
          </a:p>
          <a:p>
            <a:pPr algn="ctr"/>
            <a:r>
              <a:rPr lang="uk-UA" sz="2000" kern="0" spc="-70" dirty="0">
                <a:solidFill>
                  <a:srgbClr val="1A1A1A"/>
                </a:solidFill>
                <a:latin typeface="e-Ukraine" panose="00000500000000000000" pitchFamily="50" charset="-52"/>
              </a:rPr>
              <a:t>Опціонально, але не більше 3 строк</a:t>
            </a:r>
            <a:endParaRPr lang="en-US" sz="2000" dirty="0">
              <a:solidFill>
                <a:srgbClr val="1A1A1A"/>
              </a:solidFill>
              <a:latin typeface="e-Ukraine" panose="00000500000000000000" pitchFamily="50" charset="-52"/>
            </a:endParaRP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8A89994D-645D-769B-DCC3-844D38DF932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30016" y="563488"/>
            <a:ext cx="2800350" cy="514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02230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22E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0">
            <a:extLst>
              <a:ext uri="{FF2B5EF4-FFF2-40B4-BE49-F238E27FC236}">
                <a16:creationId xmlns:a16="http://schemas.microsoft.com/office/drawing/2014/main" id="{A0C28789-1686-7E3B-9335-398E71C57E17}"/>
              </a:ext>
            </a:extLst>
          </p:cNvPr>
          <p:cNvSpPr/>
          <p:nvPr/>
        </p:nvSpPr>
        <p:spPr>
          <a:xfrm>
            <a:off x="1161915" y="4821013"/>
            <a:ext cx="6705600" cy="3224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uk-UA" sz="1200" kern="0" spc="-70" dirty="0">
                <a:solidFill>
                  <a:schemeClr val="bg1"/>
                </a:solidFill>
                <a:latin typeface="e-Ukraine" panose="00000500000000000000" pitchFamily="50" charset="-52"/>
                <a:ea typeface="e-Ukraine Head" pitchFamily="34" charset="-122"/>
                <a:cs typeface="e-Ukraine Head" pitchFamily="34" charset="-120"/>
              </a:rPr>
              <a:t>Дата / авторство / технічна примітка в 1 строку. Шрифт </a:t>
            </a:r>
            <a:r>
              <a:rPr lang="en-US" sz="1200" kern="0" spc="-70" dirty="0">
                <a:solidFill>
                  <a:schemeClr val="bg1"/>
                </a:solidFill>
                <a:latin typeface="e-Ukraine" panose="00000500000000000000" pitchFamily="50" charset="-52"/>
                <a:ea typeface="e-Ukraine Head" pitchFamily="34" charset="-122"/>
                <a:cs typeface="e-Ukraine Head" pitchFamily="34" charset="-120"/>
              </a:rPr>
              <a:t>e-Ukraine </a:t>
            </a:r>
            <a:r>
              <a:rPr lang="uk-UA" sz="1200" kern="0" spc="-70" dirty="0">
                <a:solidFill>
                  <a:schemeClr val="bg1"/>
                </a:solidFill>
                <a:latin typeface="e-Ukraine" panose="00000500000000000000" pitchFamily="50" charset="-52"/>
                <a:ea typeface="e-Ukraine Head" pitchFamily="34" charset="-122"/>
                <a:cs typeface="e-Ukraine Head" pitchFamily="34" charset="-120"/>
              </a:rPr>
              <a:t>12 </a:t>
            </a:r>
            <a:r>
              <a:rPr lang="en-US" sz="1200" kern="0" spc="-70" dirty="0">
                <a:solidFill>
                  <a:schemeClr val="bg1"/>
                </a:solidFill>
                <a:latin typeface="e-Ukraine" panose="00000500000000000000" pitchFamily="50" charset="-52"/>
                <a:ea typeface="e-Ukraine Head" pitchFamily="34" charset="-122"/>
                <a:cs typeface="e-Ukraine Head" pitchFamily="34" charset="-120"/>
              </a:rPr>
              <a:t>pt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767EE5C1-0F40-DB76-288B-FDCDC7B9251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0016" y="563488"/>
            <a:ext cx="3180537" cy="481007"/>
          </a:xfrm>
          <a:prstGeom prst="rect">
            <a:avLst/>
          </a:prstGeom>
        </p:spPr>
      </p:pic>
      <p:sp>
        <p:nvSpPr>
          <p:cNvPr id="10" name="Text 0">
            <a:extLst>
              <a:ext uri="{FF2B5EF4-FFF2-40B4-BE49-F238E27FC236}">
                <a16:creationId xmlns:a16="http://schemas.microsoft.com/office/drawing/2014/main" id="{82BCCF81-9587-1C00-537A-5653E1461CFA}"/>
              </a:ext>
            </a:extLst>
          </p:cNvPr>
          <p:cNvSpPr/>
          <p:nvPr/>
        </p:nvSpPr>
        <p:spPr>
          <a:xfrm>
            <a:off x="1161915" y="1603454"/>
            <a:ext cx="6705600" cy="15320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>
              <a:lnSpc>
                <a:spcPts val="4221"/>
              </a:lnSpc>
            </a:pPr>
            <a:r>
              <a:rPr lang="en-US" sz="3200" kern="0" spc="-70" dirty="0" err="1">
                <a:solidFill>
                  <a:schemeClr val="bg1"/>
                </a:solidFill>
                <a:latin typeface="e-Ukraine Head Bold" panose="00000800000000000000" pitchFamily="50" charset="-52"/>
                <a:ea typeface="e-Ukraine Head" pitchFamily="34" charset="-122"/>
                <a:cs typeface="e-Ukraine Head" pitchFamily="34" charset="-120"/>
              </a:rPr>
              <a:t>Тема</a:t>
            </a:r>
            <a:r>
              <a:rPr lang="uk-UA" sz="3200" kern="0" spc="-70" dirty="0">
                <a:solidFill>
                  <a:schemeClr val="bg1"/>
                </a:solidFill>
                <a:latin typeface="e-Ukraine Head Bold" panose="00000800000000000000" pitchFamily="50" charset="-52"/>
                <a:ea typeface="e-Ukraine Head" pitchFamily="34" charset="-122"/>
                <a:cs typeface="e-Ukraine Head" pitchFamily="34" charset="-120"/>
              </a:rPr>
              <a:t> (заголовок)</a:t>
            </a:r>
            <a:r>
              <a:rPr lang="en-US" sz="3200" kern="0" spc="-70" dirty="0">
                <a:solidFill>
                  <a:schemeClr val="bg1"/>
                </a:solidFill>
                <a:latin typeface="e-Ukraine Head Bold" panose="00000800000000000000" pitchFamily="50" charset="-52"/>
                <a:ea typeface="e-Ukraine Head" pitchFamily="34" charset="-122"/>
                <a:cs typeface="e-Ukraine Head" pitchFamily="34" charset="-120"/>
              </a:rPr>
              <a:t> </a:t>
            </a:r>
            <a:r>
              <a:rPr lang="en-US" sz="3200" kern="0" spc="-70" dirty="0" err="1">
                <a:solidFill>
                  <a:schemeClr val="bg1"/>
                </a:solidFill>
                <a:latin typeface="e-Ukraine Head Bold" panose="00000800000000000000" pitchFamily="50" charset="-52"/>
                <a:ea typeface="e-Ukraine Head" pitchFamily="34" charset="-122"/>
                <a:cs typeface="e-Ukraine Head" pitchFamily="34" charset="-120"/>
              </a:rPr>
              <a:t>презентації</a:t>
            </a:r>
            <a:br>
              <a:rPr lang="en-US" sz="3200" kern="0" spc="-70" dirty="0">
                <a:solidFill>
                  <a:schemeClr val="bg1"/>
                </a:solidFill>
                <a:latin typeface="e-Ukraine Head Bold" panose="00000800000000000000" pitchFamily="50" charset="-52"/>
                <a:ea typeface="e-Ukraine Head" pitchFamily="34" charset="-122"/>
                <a:cs typeface="e-Ukraine Head" pitchFamily="34" charset="-120"/>
              </a:rPr>
            </a:br>
            <a:r>
              <a:rPr lang="uk-UA" sz="3200" kern="0" spc="-70" dirty="0">
                <a:solidFill>
                  <a:schemeClr val="bg1"/>
                </a:solidFill>
                <a:latin typeface="e-Ukraine Head Bold" panose="00000800000000000000" pitchFamily="50" charset="-52"/>
                <a:ea typeface="e-Ukraine Head" pitchFamily="34" charset="-122"/>
                <a:cs typeface="e-Ukraine Head" pitchFamily="34" charset="-120"/>
              </a:rPr>
              <a:t>Шрифт </a:t>
            </a:r>
            <a:r>
              <a:rPr lang="en-US" sz="3200" kern="0" spc="-70" dirty="0">
                <a:solidFill>
                  <a:schemeClr val="bg1"/>
                </a:solidFill>
                <a:latin typeface="e-Ukraine Head Bold" panose="00000800000000000000" pitchFamily="50" charset="-52"/>
                <a:ea typeface="e-Ukraine Head" pitchFamily="34" charset="-122"/>
                <a:cs typeface="e-Ukraine Head" pitchFamily="34" charset="-120"/>
              </a:rPr>
              <a:t>e-Ukraine Head Bold 32</a:t>
            </a:r>
            <a:r>
              <a:rPr lang="uk-UA" sz="3200" kern="0" spc="-70" dirty="0">
                <a:solidFill>
                  <a:schemeClr val="bg1"/>
                </a:solidFill>
                <a:latin typeface="e-Ukraine Head Bold" panose="00000800000000000000" pitchFamily="50" charset="-52"/>
                <a:ea typeface="e-Ukraine Head" pitchFamily="34" charset="-122"/>
                <a:cs typeface="e-Ukraine Head" pitchFamily="34" charset="-120"/>
              </a:rPr>
              <a:t> </a:t>
            </a:r>
            <a:r>
              <a:rPr lang="en-US" sz="3200" kern="0" spc="-70" dirty="0">
                <a:solidFill>
                  <a:schemeClr val="bg1"/>
                </a:solidFill>
                <a:latin typeface="e-Ukraine Head Bold" panose="00000800000000000000" pitchFamily="50" charset="-52"/>
                <a:ea typeface="e-Ukraine Head" pitchFamily="34" charset="-122"/>
                <a:cs typeface="e-Ukraine Head" pitchFamily="34" charset="-120"/>
              </a:rPr>
              <a:t>pt. </a:t>
            </a:r>
            <a:r>
              <a:rPr lang="uk-UA" sz="3200" kern="0" spc="-70" dirty="0">
                <a:solidFill>
                  <a:schemeClr val="bg1"/>
                </a:solidFill>
                <a:latin typeface="e-Ukraine Head Bold" panose="00000800000000000000" pitchFamily="50" charset="-52"/>
              </a:rPr>
              <a:t>Не більше 3 строк</a:t>
            </a:r>
            <a:endParaRPr lang="en-US" sz="3200" dirty="0">
              <a:solidFill>
                <a:schemeClr val="bg1"/>
              </a:solidFill>
              <a:latin typeface="e-Ukraine Head Bold" panose="00000800000000000000" pitchFamily="50" charset="-52"/>
            </a:endParaRPr>
          </a:p>
        </p:txBody>
      </p:sp>
      <p:sp>
        <p:nvSpPr>
          <p:cNvPr id="11" name="Text 0">
            <a:extLst>
              <a:ext uri="{FF2B5EF4-FFF2-40B4-BE49-F238E27FC236}">
                <a16:creationId xmlns:a16="http://schemas.microsoft.com/office/drawing/2014/main" id="{036660F9-0108-EA77-B49C-5F921D473D43}"/>
              </a:ext>
            </a:extLst>
          </p:cNvPr>
          <p:cNvSpPr/>
          <p:nvPr/>
        </p:nvSpPr>
        <p:spPr>
          <a:xfrm>
            <a:off x="1161915" y="3294278"/>
            <a:ext cx="6705600" cy="912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uk-UA" sz="2000" kern="0" spc="-70" dirty="0">
                <a:solidFill>
                  <a:schemeClr val="bg1"/>
                </a:solidFill>
                <a:latin typeface="e-Ukraine" panose="00000500000000000000" pitchFamily="50" charset="-52"/>
                <a:ea typeface="e-Ukraine Head" pitchFamily="34" charset="-122"/>
                <a:cs typeface="e-Ukraine Head" pitchFamily="34" charset="-120"/>
              </a:rPr>
              <a:t>Додаткова тема або опис до</a:t>
            </a:r>
            <a:r>
              <a:rPr lang="en-US" sz="2000" kern="0" spc="-70" dirty="0">
                <a:solidFill>
                  <a:schemeClr val="bg1"/>
                </a:solidFill>
                <a:latin typeface="e-Ukraine" panose="00000500000000000000" pitchFamily="50" charset="-52"/>
                <a:ea typeface="e-Ukraine Head" pitchFamily="34" charset="-122"/>
                <a:cs typeface="e-Ukraine Head" pitchFamily="34" charset="-120"/>
              </a:rPr>
              <a:t> </a:t>
            </a:r>
            <a:r>
              <a:rPr lang="en-US" sz="2000" kern="0" spc="-70" dirty="0" err="1">
                <a:solidFill>
                  <a:schemeClr val="bg1"/>
                </a:solidFill>
                <a:latin typeface="e-Ukraine" panose="00000500000000000000" pitchFamily="50" charset="-52"/>
                <a:ea typeface="e-Ukraine Head" pitchFamily="34" charset="-122"/>
                <a:cs typeface="e-Ukraine Head" pitchFamily="34" charset="-120"/>
              </a:rPr>
              <a:t>презентації</a:t>
            </a:r>
            <a:br>
              <a:rPr lang="en-US" sz="2000" kern="0" spc="-70" dirty="0">
                <a:solidFill>
                  <a:schemeClr val="bg1"/>
                </a:solidFill>
                <a:latin typeface="e-Ukraine" panose="00000500000000000000" pitchFamily="50" charset="-52"/>
                <a:ea typeface="e-Ukraine Head" pitchFamily="34" charset="-122"/>
                <a:cs typeface="e-Ukraine Head" pitchFamily="34" charset="-120"/>
              </a:rPr>
            </a:br>
            <a:r>
              <a:rPr lang="uk-UA" sz="2000" kern="0" spc="-70" dirty="0">
                <a:solidFill>
                  <a:schemeClr val="bg1"/>
                </a:solidFill>
                <a:latin typeface="e-Ukraine" panose="00000500000000000000" pitchFamily="50" charset="-52"/>
                <a:ea typeface="e-Ukraine Head" pitchFamily="34" charset="-122"/>
                <a:cs typeface="e-Ukraine Head" pitchFamily="34" charset="-120"/>
              </a:rPr>
              <a:t>Шрифт </a:t>
            </a:r>
            <a:r>
              <a:rPr lang="en-US" sz="2000" kern="0" spc="-70" dirty="0">
                <a:solidFill>
                  <a:schemeClr val="bg1"/>
                </a:solidFill>
                <a:latin typeface="e-Ukraine" panose="00000500000000000000" pitchFamily="50" charset="-52"/>
                <a:ea typeface="e-Ukraine Head" pitchFamily="34" charset="-122"/>
                <a:cs typeface="e-Ukraine Head" pitchFamily="34" charset="-120"/>
              </a:rPr>
              <a:t>e-Ukraine </a:t>
            </a:r>
            <a:r>
              <a:rPr lang="uk-UA" sz="2000" kern="0" spc="-70" dirty="0">
                <a:solidFill>
                  <a:schemeClr val="bg1"/>
                </a:solidFill>
                <a:latin typeface="e-Ukraine" panose="00000500000000000000" pitchFamily="50" charset="-52"/>
                <a:ea typeface="e-Ukraine Head" pitchFamily="34" charset="-122"/>
                <a:cs typeface="e-Ukraine Head" pitchFamily="34" charset="-120"/>
              </a:rPr>
              <a:t>20 </a:t>
            </a:r>
            <a:r>
              <a:rPr lang="en-US" sz="2000" kern="0" spc="-70" dirty="0">
                <a:solidFill>
                  <a:schemeClr val="bg1"/>
                </a:solidFill>
                <a:latin typeface="e-Ukraine" panose="00000500000000000000" pitchFamily="50" charset="-52"/>
                <a:ea typeface="e-Ukraine Head" pitchFamily="34" charset="-122"/>
                <a:cs typeface="e-Ukraine Head" pitchFamily="34" charset="-120"/>
              </a:rPr>
              <a:t>pt</a:t>
            </a:r>
          </a:p>
          <a:p>
            <a:pPr algn="ctr"/>
            <a:r>
              <a:rPr lang="uk-UA" sz="2000" kern="0" spc="-70" dirty="0">
                <a:solidFill>
                  <a:schemeClr val="bg1"/>
                </a:solidFill>
                <a:latin typeface="e-Ukraine" panose="00000500000000000000" pitchFamily="50" charset="-52"/>
              </a:rPr>
              <a:t>Опціонально, але не більше 3 строк</a:t>
            </a:r>
            <a:endParaRPr lang="en-US" sz="2000" dirty="0">
              <a:solidFill>
                <a:schemeClr val="bg1"/>
              </a:solidFill>
              <a:latin typeface="e-Ukraine" panose="00000500000000000000" pitchFamily="50" charset="-52"/>
            </a:endParaRPr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E1287A83-AF22-9AB8-A86A-233A8B80B96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40531" y="563488"/>
            <a:ext cx="1535847" cy="481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25620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22E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3600E40B-B4A2-D901-3D09-D0FD41E8899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09304" y="563488"/>
            <a:ext cx="1367075" cy="481007"/>
          </a:xfrm>
          <a:prstGeom prst="rect">
            <a:avLst/>
          </a:prstGeom>
        </p:spPr>
      </p:pic>
      <p:sp>
        <p:nvSpPr>
          <p:cNvPr id="4" name="Text 0">
            <a:extLst>
              <a:ext uri="{FF2B5EF4-FFF2-40B4-BE49-F238E27FC236}">
                <a16:creationId xmlns:a16="http://schemas.microsoft.com/office/drawing/2014/main" id="{B117BDA8-0A9F-CB7B-A396-EFD8ED5C6B51}"/>
              </a:ext>
            </a:extLst>
          </p:cNvPr>
          <p:cNvSpPr/>
          <p:nvPr/>
        </p:nvSpPr>
        <p:spPr>
          <a:xfrm>
            <a:off x="1161915" y="1603454"/>
            <a:ext cx="6705600" cy="15320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lnSpc>
                <a:spcPts val="4221"/>
              </a:lnSpc>
              <a:buNone/>
            </a:pPr>
            <a:r>
              <a:rPr lang="en-US" sz="3200" kern="0" spc="-70" dirty="0" err="1">
                <a:solidFill>
                  <a:schemeClr val="bg1"/>
                </a:solidFill>
                <a:latin typeface="e-Ukraine Head Bold" panose="00000800000000000000" pitchFamily="50" charset="-52"/>
                <a:ea typeface="e-Ukraine Head" pitchFamily="34" charset="-122"/>
                <a:cs typeface="e-Ukraine Head" pitchFamily="34" charset="-120"/>
              </a:rPr>
              <a:t>Тема</a:t>
            </a:r>
            <a:r>
              <a:rPr lang="uk-UA" sz="3200" kern="0" spc="-70" dirty="0">
                <a:solidFill>
                  <a:schemeClr val="bg1"/>
                </a:solidFill>
                <a:latin typeface="e-Ukraine Head Bold" panose="00000800000000000000" pitchFamily="50" charset="-52"/>
                <a:ea typeface="e-Ukraine Head" pitchFamily="34" charset="-122"/>
                <a:cs typeface="e-Ukraine Head" pitchFamily="34" charset="-120"/>
              </a:rPr>
              <a:t> (заголовок)</a:t>
            </a:r>
            <a:r>
              <a:rPr lang="en-US" sz="3200" kern="0" spc="-70" dirty="0">
                <a:solidFill>
                  <a:schemeClr val="bg1"/>
                </a:solidFill>
                <a:latin typeface="e-Ukraine Head Bold" panose="00000800000000000000" pitchFamily="50" charset="-52"/>
                <a:ea typeface="e-Ukraine Head" pitchFamily="34" charset="-122"/>
                <a:cs typeface="e-Ukraine Head" pitchFamily="34" charset="-120"/>
              </a:rPr>
              <a:t> </a:t>
            </a:r>
            <a:r>
              <a:rPr lang="en-US" sz="3200" kern="0" spc="-70" dirty="0" err="1">
                <a:solidFill>
                  <a:schemeClr val="bg1"/>
                </a:solidFill>
                <a:latin typeface="e-Ukraine Head Bold" panose="00000800000000000000" pitchFamily="50" charset="-52"/>
                <a:ea typeface="e-Ukraine Head" pitchFamily="34" charset="-122"/>
                <a:cs typeface="e-Ukraine Head" pitchFamily="34" charset="-120"/>
              </a:rPr>
              <a:t>презентації</a:t>
            </a:r>
            <a:br>
              <a:rPr lang="en-US" sz="3200" kern="0" spc="-70" dirty="0">
                <a:solidFill>
                  <a:schemeClr val="bg1"/>
                </a:solidFill>
                <a:latin typeface="e-Ukraine Head Bold" panose="00000800000000000000" pitchFamily="50" charset="-52"/>
                <a:ea typeface="e-Ukraine Head" pitchFamily="34" charset="-122"/>
                <a:cs typeface="e-Ukraine Head" pitchFamily="34" charset="-120"/>
              </a:rPr>
            </a:br>
            <a:r>
              <a:rPr lang="uk-UA" sz="3200" kern="0" spc="-70" dirty="0">
                <a:solidFill>
                  <a:schemeClr val="bg1"/>
                </a:solidFill>
                <a:latin typeface="e-Ukraine Head Bold" panose="00000800000000000000" pitchFamily="50" charset="-52"/>
                <a:ea typeface="e-Ukraine Head" pitchFamily="34" charset="-122"/>
                <a:cs typeface="e-Ukraine Head" pitchFamily="34" charset="-120"/>
              </a:rPr>
              <a:t>Шрифт </a:t>
            </a:r>
            <a:r>
              <a:rPr lang="en-US" sz="3200" kern="0" spc="-70" dirty="0">
                <a:solidFill>
                  <a:schemeClr val="bg1"/>
                </a:solidFill>
                <a:latin typeface="e-Ukraine Head Bold" panose="00000800000000000000" pitchFamily="50" charset="-52"/>
                <a:ea typeface="e-Ukraine Head" pitchFamily="34" charset="-122"/>
                <a:cs typeface="e-Ukraine Head" pitchFamily="34" charset="-120"/>
              </a:rPr>
              <a:t>e-Ukraine Head Bold 32</a:t>
            </a:r>
            <a:r>
              <a:rPr lang="uk-UA" sz="3200" kern="0" spc="-70" dirty="0">
                <a:solidFill>
                  <a:schemeClr val="bg1"/>
                </a:solidFill>
                <a:latin typeface="e-Ukraine Head Bold" panose="00000800000000000000" pitchFamily="50" charset="-52"/>
                <a:ea typeface="e-Ukraine Head" pitchFamily="34" charset="-122"/>
                <a:cs typeface="e-Ukraine Head" pitchFamily="34" charset="-120"/>
              </a:rPr>
              <a:t> </a:t>
            </a:r>
            <a:r>
              <a:rPr lang="en-US" sz="3200" kern="0" spc="-70" dirty="0">
                <a:solidFill>
                  <a:schemeClr val="bg1"/>
                </a:solidFill>
                <a:latin typeface="e-Ukraine Head Bold" panose="00000800000000000000" pitchFamily="50" charset="-52"/>
                <a:ea typeface="e-Ukraine Head" pitchFamily="34" charset="-122"/>
                <a:cs typeface="e-Ukraine Head" pitchFamily="34" charset="-120"/>
              </a:rPr>
              <a:t>pt. </a:t>
            </a:r>
            <a:r>
              <a:rPr lang="uk-UA" sz="3200" kern="0" spc="-70" dirty="0">
                <a:solidFill>
                  <a:schemeClr val="bg1"/>
                </a:solidFill>
                <a:latin typeface="e-Ukraine Head Bold" panose="00000800000000000000" pitchFamily="50" charset="-52"/>
              </a:rPr>
              <a:t>Не більше 3 строк</a:t>
            </a:r>
            <a:endParaRPr lang="en-US" sz="3200" dirty="0">
              <a:solidFill>
                <a:schemeClr val="bg1"/>
              </a:solidFill>
              <a:latin typeface="e-Ukraine Head Bold" panose="00000800000000000000" pitchFamily="50" charset="-52"/>
            </a:endParaRPr>
          </a:p>
        </p:txBody>
      </p:sp>
      <p:sp>
        <p:nvSpPr>
          <p:cNvPr id="6" name="Text 0">
            <a:extLst>
              <a:ext uri="{FF2B5EF4-FFF2-40B4-BE49-F238E27FC236}">
                <a16:creationId xmlns:a16="http://schemas.microsoft.com/office/drawing/2014/main" id="{8152A2F4-18C7-0F8A-4EB0-1E132B9517EB}"/>
              </a:ext>
            </a:extLst>
          </p:cNvPr>
          <p:cNvSpPr/>
          <p:nvPr/>
        </p:nvSpPr>
        <p:spPr>
          <a:xfrm>
            <a:off x="1161915" y="3294278"/>
            <a:ext cx="6705600" cy="912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uk-UA" sz="2000" kern="0" spc="-70" dirty="0">
                <a:solidFill>
                  <a:schemeClr val="bg1"/>
                </a:solidFill>
                <a:latin typeface="e-Ukraine" panose="00000500000000000000" pitchFamily="50" charset="-52"/>
                <a:ea typeface="e-Ukraine Head" pitchFamily="34" charset="-122"/>
                <a:cs typeface="e-Ukraine Head" pitchFamily="34" charset="-120"/>
              </a:rPr>
              <a:t>Додаткова тема або опис до</a:t>
            </a:r>
            <a:r>
              <a:rPr lang="en-US" sz="2000" kern="0" spc="-70" dirty="0">
                <a:solidFill>
                  <a:schemeClr val="bg1"/>
                </a:solidFill>
                <a:latin typeface="e-Ukraine" panose="00000500000000000000" pitchFamily="50" charset="-52"/>
                <a:ea typeface="e-Ukraine Head" pitchFamily="34" charset="-122"/>
                <a:cs typeface="e-Ukraine Head" pitchFamily="34" charset="-120"/>
              </a:rPr>
              <a:t> </a:t>
            </a:r>
            <a:r>
              <a:rPr lang="en-US" sz="2000" kern="0" spc="-70" dirty="0" err="1">
                <a:solidFill>
                  <a:schemeClr val="bg1"/>
                </a:solidFill>
                <a:latin typeface="e-Ukraine" panose="00000500000000000000" pitchFamily="50" charset="-52"/>
                <a:ea typeface="e-Ukraine Head" pitchFamily="34" charset="-122"/>
                <a:cs typeface="e-Ukraine Head" pitchFamily="34" charset="-120"/>
              </a:rPr>
              <a:t>презентації</a:t>
            </a:r>
            <a:br>
              <a:rPr lang="en-US" sz="2000" kern="0" spc="-70" dirty="0">
                <a:solidFill>
                  <a:schemeClr val="bg1"/>
                </a:solidFill>
                <a:latin typeface="e-Ukraine" panose="00000500000000000000" pitchFamily="50" charset="-52"/>
                <a:ea typeface="e-Ukraine Head" pitchFamily="34" charset="-122"/>
                <a:cs typeface="e-Ukraine Head" pitchFamily="34" charset="-120"/>
              </a:rPr>
            </a:br>
            <a:r>
              <a:rPr lang="uk-UA" sz="2000" kern="0" spc="-70" dirty="0">
                <a:solidFill>
                  <a:schemeClr val="bg1"/>
                </a:solidFill>
                <a:latin typeface="e-Ukraine" panose="00000500000000000000" pitchFamily="50" charset="-52"/>
                <a:ea typeface="e-Ukraine Head" pitchFamily="34" charset="-122"/>
                <a:cs typeface="e-Ukraine Head" pitchFamily="34" charset="-120"/>
              </a:rPr>
              <a:t>Шрифт </a:t>
            </a:r>
            <a:r>
              <a:rPr lang="en-US" sz="2000" kern="0" spc="-70" dirty="0">
                <a:solidFill>
                  <a:schemeClr val="bg1"/>
                </a:solidFill>
                <a:latin typeface="e-Ukraine" panose="00000500000000000000" pitchFamily="50" charset="-52"/>
                <a:ea typeface="e-Ukraine Head" pitchFamily="34" charset="-122"/>
                <a:cs typeface="e-Ukraine Head" pitchFamily="34" charset="-120"/>
              </a:rPr>
              <a:t>e-Ukraine </a:t>
            </a:r>
            <a:r>
              <a:rPr lang="uk-UA" sz="2000" kern="0" spc="-70" dirty="0">
                <a:solidFill>
                  <a:schemeClr val="bg1"/>
                </a:solidFill>
                <a:latin typeface="e-Ukraine" panose="00000500000000000000" pitchFamily="50" charset="-52"/>
                <a:ea typeface="e-Ukraine Head" pitchFamily="34" charset="-122"/>
                <a:cs typeface="e-Ukraine Head" pitchFamily="34" charset="-120"/>
              </a:rPr>
              <a:t>20 </a:t>
            </a:r>
            <a:r>
              <a:rPr lang="en-US" sz="2000" kern="0" spc="-70" dirty="0">
                <a:solidFill>
                  <a:schemeClr val="bg1"/>
                </a:solidFill>
                <a:latin typeface="e-Ukraine" panose="00000500000000000000" pitchFamily="50" charset="-52"/>
                <a:ea typeface="e-Ukraine Head" pitchFamily="34" charset="-122"/>
                <a:cs typeface="e-Ukraine Head" pitchFamily="34" charset="-120"/>
              </a:rPr>
              <a:t>pt</a:t>
            </a:r>
          </a:p>
          <a:p>
            <a:pPr algn="ctr"/>
            <a:r>
              <a:rPr lang="uk-UA" sz="2000" kern="0" spc="-70" dirty="0">
                <a:solidFill>
                  <a:schemeClr val="bg1"/>
                </a:solidFill>
                <a:latin typeface="e-Ukraine" panose="00000500000000000000" pitchFamily="50" charset="-52"/>
              </a:rPr>
              <a:t>Опціонально, але не більше 3 строк</a:t>
            </a:r>
            <a:endParaRPr lang="en-US" sz="2000" dirty="0">
              <a:solidFill>
                <a:schemeClr val="bg1"/>
              </a:solidFill>
              <a:latin typeface="e-Ukraine" panose="00000500000000000000" pitchFamily="50" charset="-52"/>
            </a:endParaRPr>
          </a:p>
        </p:txBody>
      </p:sp>
      <p:sp>
        <p:nvSpPr>
          <p:cNvPr id="7" name="Text 0">
            <a:extLst>
              <a:ext uri="{FF2B5EF4-FFF2-40B4-BE49-F238E27FC236}">
                <a16:creationId xmlns:a16="http://schemas.microsoft.com/office/drawing/2014/main" id="{A0C28789-1686-7E3B-9335-398E71C57E17}"/>
              </a:ext>
            </a:extLst>
          </p:cNvPr>
          <p:cNvSpPr/>
          <p:nvPr/>
        </p:nvSpPr>
        <p:spPr>
          <a:xfrm>
            <a:off x="1161915" y="4821013"/>
            <a:ext cx="6705600" cy="3224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uk-UA" sz="1200" kern="0" spc="-70" dirty="0">
                <a:solidFill>
                  <a:schemeClr val="bg1"/>
                </a:solidFill>
                <a:latin typeface="e-Ukraine" panose="00000500000000000000" pitchFamily="50" charset="-52"/>
                <a:ea typeface="e-Ukraine Head" pitchFamily="34" charset="-122"/>
                <a:cs typeface="e-Ukraine Head" pitchFamily="34" charset="-120"/>
              </a:rPr>
              <a:t>Дата / авторство / технічна примітка в 1 строку. Шрифт </a:t>
            </a:r>
            <a:r>
              <a:rPr lang="en-US" sz="1200" kern="0" spc="-70" dirty="0">
                <a:solidFill>
                  <a:schemeClr val="bg1"/>
                </a:solidFill>
                <a:latin typeface="e-Ukraine" panose="00000500000000000000" pitchFamily="50" charset="-52"/>
                <a:ea typeface="e-Ukraine Head" pitchFamily="34" charset="-122"/>
                <a:cs typeface="e-Ukraine Head" pitchFamily="34" charset="-120"/>
              </a:rPr>
              <a:t>e-Ukraine </a:t>
            </a:r>
            <a:r>
              <a:rPr lang="uk-UA" sz="1200" kern="0" spc="-70" dirty="0">
                <a:solidFill>
                  <a:schemeClr val="bg1"/>
                </a:solidFill>
                <a:latin typeface="e-Ukraine" panose="00000500000000000000" pitchFamily="50" charset="-52"/>
                <a:ea typeface="e-Ukraine Head" pitchFamily="34" charset="-122"/>
                <a:cs typeface="e-Ukraine Head" pitchFamily="34" charset="-120"/>
              </a:rPr>
              <a:t>12 </a:t>
            </a:r>
            <a:r>
              <a:rPr lang="en-US" sz="1200" kern="0" spc="-70" dirty="0">
                <a:solidFill>
                  <a:schemeClr val="bg1"/>
                </a:solidFill>
                <a:latin typeface="e-Ukraine" panose="00000500000000000000" pitchFamily="50" charset="-52"/>
                <a:ea typeface="e-Ukraine Head" pitchFamily="34" charset="-122"/>
                <a:cs typeface="e-Ukraine Head" pitchFamily="34" charset="-120"/>
              </a:rPr>
              <a:t>pt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6C9432B3-C866-2291-950C-8C10397062E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30016" y="563488"/>
            <a:ext cx="2800350" cy="514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28975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3600E40B-B4A2-D901-3D09-D0FD41E8899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181873" y="197455"/>
            <a:ext cx="727811" cy="256081"/>
          </a:xfrm>
          <a:prstGeom prst="rect">
            <a:avLst/>
          </a:prstGeom>
        </p:spPr>
      </p:pic>
      <p:sp>
        <p:nvSpPr>
          <p:cNvPr id="6" name="Text 0">
            <a:extLst>
              <a:ext uri="{FF2B5EF4-FFF2-40B4-BE49-F238E27FC236}">
                <a16:creationId xmlns:a16="http://schemas.microsoft.com/office/drawing/2014/main" id="{F55F90BD-8DB5-AEA1-469E-085739EACA61}"/>
              </a:ext>
            </a:extLst>
          </p:cNvPr>
          <p:cNvSpPr/>
          <p:nvPr/>
        </p:nvSpPr>
        <p:spPr>
          <a:xfrm>
            <a:off x="234316" y="107731"/>
            <a:ext cx="5859133" cy="5780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uk-UA" sz="2000" kern="0" spc="-70" dirty="0">
                <a:solidFill>
                  <a:srgbClr val="1A1A1A"/>
                </a:solidFill>
                <a:latin typeface="e-Ukraine Head Bold" panose="00000800000000000000" pitchFamily="50" charset="-52"/>
                <a:ea typeface="e-Ukraine Head" pitchFamily="34" charset="-122"/>
                <a:cs typeface="e-Ukraine Head" pitchFamily="34" charset="-120"/>
              </a:rPr>
              <a:t>Заголовок слайду, </a:t>
            </a:r>
            <a:r>
              <a:rPr lang="uk-UA" sz="2000" kern="0" spc="-70" dirty="0">
                <a:solidFill>
                  <a:srgbClr val="1A1A1A"/>
                </a:solidFill>
                <a:latin typeface="e-Ukraine Head Bold" panose="00000800000000000000" pitchFamily="50" charset="-52"/>
              </a:rPr>
              <a:t>не більше 2 строк</a:t>
            </a:r>
            <a:br>
              <a:rPr lang="en-US" sz="2000" kern="0" spc="-70" dirty="0">
                <a:solidFill>
                  <a:srgbClr val="1A1A1A"/>
                </a:solidFill>
                <a:latin typeface="e-Ukraine Head Bold" panose="00000800000000000000" pitchFamily="50" charset="-52"/>
                <a:ea typeface="e-Ukraine Head" pitchFamily="34" charset="-122"/>
                <a:cs typeface="e-Ukraine Head" pitchFamily="34" charset="-120"/>
              </a:rPr>
            </a:br>
            <a:r>
              <a:rPr lang="uk-UA" sz="2000" kern="0" spc="-70" dirty="0">
                <a:solidFill>
                  <a:srgbClr val="1A1A1A"/>
                </a:solidFill>
                <a:latin typeface="e-Ukraine Head Bold" panose="00000800000000000000" pitchFamily="50" charset="-52"/>
                <a:ea typeface="e-Ukraine Head" pitchFamily="34" charset="-122"/>
                <a:cs typeface="e-Ukraine Head" pitchFamily="34" charset="-120"/>
              </a:rPr>
              <a:t>Шрифт </a:t>
            </a:r>
            <a:r>
              <a:rPr lang="en-US" sz="2000" kern="0" spc="-70" dirty="0">
                <a:solidFill>
                  <a:srgbClr val="1A1A1A"/>
                </a:solidFill>
                <a:latin typeface="e-Ukraine Head Bold" panose="00000800000000000000" pitchFamily="50" charset="-52"/>
                <a:ea typeface="e-Ukraine Head" pitchFamily="34" charset="-122"/>
                <a:cs typeface="e-Ukraine Head" pitchFamily="34" charset="-120"/>
              </a:rPr>
              <a:t>e-Ukraine</a:t>
            </a:r>
            <a:r>
              <a:rPr lang="uk-UA" sz="2000" kern="0" spc="-70" dirty="0">
                <a:solidFill>
                  <a:srgbClr val="1A1A1A"/>
                </a:solidFill>
                <a:latin typeface="e-Ukraine Head Bold" panose="00000800000000000000" pitchFamily="50" charset="-52"/>
                <a:ea typeface="e-Ukraine Head" pitchFamily="34" charset="-122"/>
                <a:cs typeface="e-Ukraine Head" pitchFamily="34" charset="-120"/>
              </a:rPr>
              <a:t> </a:t>
            </a:r>
            <a:r>
              <a:rPr lang="en-US" sz="2000" kern="0" spc="-70" dirty="0">
                <a:solidFill>
                  <a:srgbClr val="1A1A1A"/>
                </a:solidFill>
                <a:latin typeface="e-Ukraine Head Bold" panose="00000800000000000000" pitchFamily="50" charset="-52"/>
                <a:ea typeface="e-Ukraine Head" pitchFamily="34" charset="-122"/>
                <a:cs typeface="e-Ukraine Head" pitchFamily="34" charset="-120"/>
              </a:rPr>
              <a:t>Head Bold </a:t>
            </a:r>
            <a:r>
              <a:rPr lang="uk-UA" sz="2000" kern="0" spc="-70" dirty="0">
                <a:solidFill>
                  <a:srgbClr val="1A1A1A"/>
                </a:solidFill>
                <a:latin typeface="e-Ukraine Head Bold" panose="00000800000000000000" pitchFamily="50" charset="-52"/>
                <a:ea typeface="e-Ukraine Head" pitchFamily="34" charset="-122"/>
                <a:cs typeface="e-Ukraine Head" pitchFamily="34" charset="-120"/>
              </a:rPr>
              <a:t>20 </a:t>
            </a:r>
            <a:r>
              <a:rPr lang="en-US" sz="2000" kern="0" spc="-70" dirty="0">
                <a:solidFill>
                  <a:srgbClr val="1A1A1A"/>
                </a:solidFill>
                <a:latin typeface="e-Ukraine Head Bold" panose="00000800000000000000" pitchFamily="50" charset="-52"/>
                <a:ea typeface="e-Ukraine Head" pitchFamily="34" charset="-122"/>
                <a:cs typeface="e-Ukraine Head" pitchFamily="34" charset="-120"/>
              </a:rPr>
              <a:t>pt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B95BAFEA-BC7A-2776-75B7-C381D15CE4A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90784" y="197455"/>
            <a:ext cx="1493513" cy="274319"/>
          </a:xfrm>
          <a:prstGeom prst="rect">
            <a:avLst/>
          </a:prstGeom>
        </p:spPr>
      </p:pic>
      <p:sp>
        <p:nvSpPr>
          <p:cNvPr id="11" name="Rectangle: Diagonal Corners Snipped 10">
            <a:extLst>
              <a:ext uri="{FF2B5EF4-FFF2-40B4-BE49-F238E27FC236}">
                <a16:creationId xmlns:a16="http://schemas.microsoft.com/office/drawing/2014/main" id="{C3B1AF88-48AE-2821-1FFA-72C3903554BB}"/>
              </a:ext>
            </a:extLst>
          </p:cNvPr>
          <p:cNvSpPr/>
          <p:nvPr/>
        </p:nvSpPr>
        <p:spPr>
          <a:xfrm>
            <a:off x="234316" y="862032"/>
            <a:ext cx="2856696" cy="3847531"/>
          </a:xfrm>
          <a:prstGeom prst="snip2DiagRect">
            <a:avLst>
              <a:gd name="adj1" fmla="val 0"/>
              <a:gd name="adj2" fmla="val 6412"/>
            </a:avLst>
          </a:prstGeom>
          <a:solidFill>
            <a:srgbClr val="1A1A1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uk-UA" sz="1200" b="1" dirty="0">
                <a:latin typeface="e-Ukraine" panose="00000500000000000000" pitchFamily="50" charset="-52"/>
              </a:rPr>
              <a:t>Заголовок блоку, Шрифт </a:t>
            </a:r>
            <a:r>
              <a:rPr lang="en-US" sz="1200" b="1" dirty="0">
                <a:latin typeface="e-Ukraine" panose="00000500000000000000" pitchFamily="50" charset="-52"/>
              </a:rPr>
              <a:t>e-Ukraine Bold </a:t>
            </a:r>
            <a:r>
              <a:rPr lang="uk-UA" sz="1200" b="1" dirty="0">
                <a:latin typeface="e-Ukraine" panose="00000500000000000000" pitchFamily="50" charset="-52"/>
              </a:rPr>
              <a:t>12</a:t>
            </a:r>
            <a:r>
              <a:rPr lang="en-US" sz="1200" b="1" dirty="0">
                <a:latin typeface="e-Ukraine" panose="00000500000000000000" pitchFamily="50" charset="-52"/>
              </a:rPr>
              <a:t> pt</a:t>
            </a:r>
            <a:endParaRPr lang="uk-UA" sz="1200" b="1" dirty="0">
              <a:latin typeface="e-Ukraine" panose="00000500000000000000" pitchFamily="50" charset="-52"/>
            </a:endParaRPr>
          </a:p>
          <a:p>
            <a:endParaRPr lang="uk-UA" sz="1200" dirty="0">
              <a:latin typeface="e-Ukraine" panose="00000500000000000000" pitchFamily="50" charset="-52"/>
            </a:endParaRPr>
          </a:p>
          <a:p>
            <a:r>
              <a:rPr lang="uk-UA" sz="1200" dirty="0">
                <a:latin typeface="e-Ukraine" panose="00000500000000000000" pitchFamily="50" charset="-52"/>
              </a:rPr>
              <a:t>Основний текст блоку, Шрифт </a:t>
            </a:r>
            <a:r>
              <a:rPr lang="en-US" sz="1200" dirty="0">
                <a:latin typeface="e-Ukraine" panose="00000500000000000000" pitchFamily="50" charset="-52"/>
              </a:rPr>
              <a:t>e-Ukraine </a:t>
            </a:r>
            <a:r>
              <a:rPr lang="uk-UA" sz="1200" dirty="0">
                <a:latin typeface="e-Ukraine" panose="00000500000000000000" pitchFamily="50" charset="-52"/>
              </a:rPr>
              <a:t>10-12</a:t>
            </a:r>
            <a:r>
              <a:rPr lang="en-US" sz="1200" dirty="0">
                <a:latin typeface="e-Ukraine" panose="00000500000000000000" pitchFamily="50" charset="-52"/>
              </a:rPr>
              <a:t> pt</a:t>
            </a:r>
            <a:r>
              <a:rPr lang="uk-UA" sz="1200" dirty="0">
                <a:latin typeface="e-Ukraine" panose="00000500000000000000" pitchFamily="50" charset="-52"/>
              </a:rPr>
              <a:t>. Наприклад </a:t>
            </a:r>
            <a:r>
              <a:rPr lang="en-US" sz="1200" dirty="0">
                <a:latin typeface="e-Ukraine" panose="00000500000000000000" pitchFamily="50" charset="-52"/>
              </a:rPr>
              <a:t>Lorem ipsum dolor sit </a:t>
            </a:r>
            <a:r>
              <a:rPr lang="en-US" sz="1200" dirty="0" err="1">
                <a:latin typeface="e-Ukraine" panose="00000500000000000000" pitchFamily="50" charset="-52"/>
              </a:rPr>
              <a:t>amet</a:t>
            </a:r>
            <a:r>
              <a:rPr lang="en-US" sz="1200" dirty="0">
                <a:latin typeface="e-Ukraine" panose="00000500000000000000" pitchFamily="50" charset="-52"/>
              </a:rPr>
              <a:t>, </a:t>
            </a:r>
            <a:r>
              <a:rPr lang="en-US" sz="1200" dirty="0" err="1">
                <a:latin typeface="e-Ukraine" panose="00000500000000000000" pitchFamily="50" charset="-52"/>
              </a:rPr>
              <a:t>consectetuer</a:t>
            </a:r>
            <a:r>
              <a:rPr lang="en-US" sz="1200" dirty="0">
                <a:latin typeface="e-Ukraine" panose="00000500000000000000" pitchFamily="50" charset="-52"/>
              </a:rPr>
              <a:t> </a:t>
            </a:r>
            <a:r>
              <a:rPr lang="en-US" sz="1200" dirty="0" err="1">
                <a:latin typeface="e-Ukraine" panose="00000500000000000000" pitchFamily="50" charset="-52"/>
              </a:rPr>
              <a:t>adipiscing</a:t>
            </a:r>
            <a:r>
              <a:rPr lang="en-US" sz="1200" dirty="0">
                <a:latin typeface="e-Ukraine" panose="00000500000000000000" pitchFamily="50" charset="-52"/>
              </a:rPr>
              <a:t> </a:t>
            </a:r>
            <a:r>
              <a:rPr lang="en-US" sz="1200" dirty="0" err="1">
                <a:latin typeface="e-Ukraine" panose="00000500000000000000" pitchFamily="50" charset="-52"/>
              </a:rPr>
              <a:t>elit</a:t>
            </a:r>
            <a:r>
              <a:rPr lang="en-US" sz="1200" dirty="0">
                <a:latin typeface="e-Ukraine" panose="00000500000000000000" pitchFamily="50" charset="-52"/>
              </a:rPr>
              <a:t>, sed diam </a:t>
            </a:r>
            <a:r>
              <a:rPr lang="en-US" sz="1200" dirty="0" err="1">
                <a:latin typeface="e-Ukraine" panose="00000500000000000000" pitchFamily="50" charset="-52"/>
              </a:rPr>
              <a:t>nonummy</a:t>
            </a:r>
            <a:r>
              <a:rPr lang="en-US" sz="1200" dirty="0">
                <a:latin typeface="e-Ukraine" panose="00000500000000000000" pitchFamily="50" charset="-52"/>
              </a:rPr>
              <a:t> </a:t>
            </a:r>
            <a:r>
              <a:rPr lang="en-US" sz="1200" dirty="0" err="1">
                <a:latin typeface="e-Ukraine" panose="00000500000000000000" pitchFamily="50" charset="-52"/>
              </a:rPr>
              <a:t>nibh</a:t>
            </a:r>
            <a:r>
              <a:rPr lang="en-US" sz="1200" dirty="0">
                <a:latin typeface="e-Ukraine" panose="00000500000000000000" pitchFamily="50" charset="-52"/>
              </a:rPr>
              <a:t> </a:t>
            </a:r>
            <a:r>
              <a:rPr lang="en-US" sz="1200" dirty="0" err="1">
                <a:latin typeface="e-Ukraine" panose="00000500000000000000" pitchFamily="50" charset="-52"/>
              </a:rPr>
              <a:t>euismod</a:t>
            </a:r>
            <a:r>
              <a:rPr lang="en-US" sz="1200" dirty="0">
                <a:latin typeface="e-Ukraine" panose="00000500000000000000" pitchFamily="50" charset="-52"/>
              </a:rPr>
              <a:t> </a:t>
            </a:r>
            <a:r>
              <a:rPr lang="en-US" sz="1200" dirty="0" err="1">
                <a:latin typeface="e-Ukraine" panose="00000500000000000000" pitchFamily="50" charset="-52"/>
              </a:rPr>
              <a:t>tincidunt</a:t>
            </a:r>
            <a:r>
              <a:rPr lang="en-US" sz="1200" dirty="0">
                <a:latin typeface="e-Ukraine" panose="00000500000000000000" pitchFamily="50" charset="-52"/>
              </a:rPr>
              <a:t> </a:t>
            </a:r>
            <a:r>
              <a:rPr lang="en-US" sz="1200" dirty="0" err="1">
                <a:latin typeface="e-Ukraine" panose="00000500000000000000" pitchFamily="50" charset="-52"/>
              </a:rPr>
              <a:t>ut</a:t>
            </a:r>
            <a:r>
              <a:rPr lang="en-US" sz="1200" dirty="0">
                <a:latin typeface="e-Ukraine" panose="00000500000000000000" pitchFamily="50" charset="-52"/>
              </a:rPr>
              <a:t> </a:t>
            </a:r>
            <a:r>
              <a:rPr lang="en-US" sz="1200" dirty="0" err="1">
                <a:latin typeface="e-Ukraine" panose="00000500000000000000" pitchFamily="50" charset="-52"/>
              </a:rPr>
              <a:t>laoreet</a:t>
            </a:r>
            <a:r>
              <a:rPr lang="en-US" sz="1200" dirty="0">
                <a:latin typeface="e-Ukraine" panose="00000500000000000000" pitchFamily="50" charset="-52"/>
              </a:rPr>
              <a:t> dolore magna </a:t>
            </a:r>
            <a:r>
              <a:rPr lang="en-US" sz="1200" dirty="0" err="1">
                <a:latin typeface="e-Ukraine" panose="00000500000000000000" pitchFamily="50" charset="-52"/>
              </a:rPr>
              <a:t>aliquam</a:t>
            </a:r>
            <a:r>
              <a:rPr lang="en-US" sz="1200" dirty="0">
                <a:latin typeface="e-Ukraine" panose="00000500000000000000" pitchFamily="50" charset="-52"/>
              </a:rPr>
              <a:t> </a:t>
            </a:r>
            <a:r>
              <a:rPr lang="en-US" sz="1200" dirty="0" err="1">
                <a:latin typeface="e-Ukraine" panose="00000500000000000000" pitchFamily="50" charset="-52"/>
              </a:rPr>
              <a:t>erat</a:t>
            </a:r>
            <a:r>
              <a:rPr lang="en-US" sz="1200" dirty="0">
                <a:latin typeface="e-Ukraine" panose="00000500000000000000" pitchFamily="50" charset="-52"/>
              </a:rPr>
              <a:t> </a:t>
            </a:r>
            <a:r>
              <a:rPr lang="en-US" sz="1200" dirty="0" err="1">
                <a:latin typeface="e-Ukraine" panose="00000500000000000000" pitchFamily="50" charset="-52"/>
              </a:rPr>
              <a:t>volutpat</a:t>
            </a:r>
            <a:r>
              <a:rPr lang="en-US" sz="1200" dirty="0">
                <a:latin typeface="e-Ukraine" panose="00000500000000000000" pitchFamily="50" charset="-52"/>
              </a:rPr>
              <a:t>. Ut </a:t>
            </a:r>
            <a:r>
              <a:rPr lang="en-US" sz="1200" dirty="0" err="1">
                <a:latin typeface="e-Ukraine" panose="00000500000000000000" pitchFamily="50" charset="-52"/>
              </a:rPr>
              <a:t>wisi</a:t>
            </a:r>
            <a:r>
              <a:rPr lang="en-US" sz="1200" dirty="0">
                <a:latin typeface="e-Ukraine" panose="00000500000000000000" pitchFamily="50" charset="-52"/>
              </a:rPr>
              <a:t> </a:t>
            </a:r>
            <a:r>
              <a:rPr lang="en-US" sz="1200" dirty="0" err="1">
                <a:latin typeface="e-Ukraine" panose="00000500000000000000" pitchFamily="50" charset="-52"/>
              </a:rPr>
              <a:t>enim</a:t>
            </a:r>
            <a:r>
              <a:rPr lang="en-US" sz="1200" dirty="0">
                <a:latin typeface="e-Ukraine" panose="00000500000000000000" pitchFamily="50" charset="-52"/>
              </a:rPr>
              <a:t> ad minim </a:t>
            </a:r>
            <a:r>
              <a:rPr lang="en-US" sz="1200" dirty="0" err="1">
                <a:latin typeface="e-Ukraine" panose="00000500000000000000" pitchFamily="50" charset="-52"/>
              </a:rPr>
              <a:t>veniam</a:t>
            </a:r>
            <a:r>
              <a:rPr lang="en-US" sz="1200" dirty="0">
                <a:latin typeface="e-Ukraine" panose="00000500000000000000" pitchFamily="50" charset="-52"/>
              </a:rPr>
              <a:t>, </a:t>
            </a:r>
            <a:r>
              <a:rPr lang="en-US" sz="1200" dirty="0" err="1">
                <a:latin typeface="e-Ukraine" panose="00000500000000000000" pitchFamily="50" charset="-52"/>
              </a:rPr>
              <a:t>quis</a:t>
            </a:r>
            <a:r>
              <a:rPr lang="en-US" sz="1200" dirty="0">
                <a:latin typeface="e-Ukraine" panose="00000500000000000000" pitchFamily="50" charset="-52"/>
              </a:rPr>
              <a:t> </a:t>
            </a:r>
            <a:r>
              <a:rPr lang="en-US" sz="1200" dirty="0" err="1">
                <a:latin typeface="e-Ukraine" panose="00000500000000000000" pitchFamily="50" charset="-52"/>
              </a:rPr>
              <a:t>nostrud</a:t>
            </a:r>
            <a:r>
              <a:rPr lang="en-US" sz="1200" dirty="0">
                <a:latin typeface="e-Ukraine" panose="00000500000000000000" pitchFamily="50" charset="-52"/>
              </a:rPr>
              <a:t> </a:t>
            </a:r>
            <a:r>
              <a:rPr lang="en-US" sz="1200" dirty="0" err="1">
                <a:latin typeface="e-Ukraine" panose="00000500000000000000" pitchFamily="50" charset="-52"/>
              </a:rPr>
              <a:t>exerci</a:t>
            </a:r>
            <a:r>
              <a:rPr lang="en-US" sz="1200" dirty="0">
                <a:latin typeface="e-Ukraine" panose="00000500000000000000" pitchFamily="50" charset="-52"/>
              </a:rPr>
              <a:t> </a:t>
            </a:r>
            <a:r>
              <a:rPr lang="en-US" sz="1200" dirty="0" err="1">
                <a:latin typeface="e-Ukraine" panose="00000500000000000000" pitchFamily="50" charset="-52"/>
              </a:rPr>
              <a:t>tation</a:t>
            </a:r>
            <a:r>
              <a:rPr lang="uk-UA" sz="1200" dirty="0">
                <a:latin typeface="e-Ukraine" panose="00000500000000000000" pitchFamily="50" charset="-52"/>
              </a:rPr>
              <a:t>.</a:t>
            </a:r>
          </a:p>
          <a:p>
            <a:endParaRPr lang="uk-UA" sz="1200" dirty="0">
              <a:latin typeface="e-Ukraine" panose="00000500000000000000" pitchFamily="50" charset="-52"/>
            </a:endParaRPr>
          </a:p>
          <a:p>
            <a:r>
              <a:rPr lang="uk-UA" sz="1200" dirty="0">
                <a:latin typeface="e-Ukraine" panose="00000500000000000000" pitchFamily="50" charset="-52"/>
              </a:rPr>
              <a:t>Варіант білим по чорному</a:t>
            </a:r>
            <a:endParaRPr lang="en-US" sz="1200" dirty="0">
              <a:latin typeface="e-Ukraine" panose="00000500000000000000" pitchFamily="50" charset="-52"/>
            </a:endParaRPr>
          </a:p>
        </p:txBody>
      </p:sp>
      <p:sp>
        <p:nvSpPr>
          <p:cNvPr id="15" name="Rectangle: Diagonal Corners Snipped 14">
            <a:extLst>
              <a:ext uri="{FF2B5EF4-FFF2-40B4-BE49-F238E27FC236}">
                <a16:creationId xmlns:a16="http://schemas.microsoft.com/office/drawing/2014/main" id="{5E0C505B-85B5-9B2B-E101-A17262A1A57C}"/>
              </a:ext>
            </a:extLst>
          </p:cNvPr>
          <p:cNvSpPr/>
          <p:nvPr/>
        </p:nvSpPr>
        <p:spPr>
          <a:xfrm>
            <a:off x="3143652" y="862032"/>
            <a:ext cx="2856696" cy="3847531"/>
          </a:xfrm>
          <a:prstGeom prst="snip2DiagRect">
            <a:avLst>
              <a:gd name="adj1" fmla="val 0"/>
              <a:gd name="adj2" fmla="val 6412"/>
            </a:avLst>
          </a:prstGeom>
          <a:solidFill>
            <a:schemeClr val="bg1"/>
          </a:solidFill>
          <a:ln>
            <a:solidFill>
              <a:srgbClr val="1A1A1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uk-UA" sz="1200" b="1" dirty="0">
                <a:solidFill>
                  <a:srgbClr val="1A1A1A"/>
                </a:solidFill>
                <a:latin typeface="e-Ukraine" panose="00000500000000000000" pitchFamily="50" charset="-52"/>
              </a:rPr>
              <a:t>Заголовок блоку, Шрифт </a:t>
            </a:r>
            <a:r>
              <a:rPr lang="en-US" sz="1200" b="1" dirty="0">
                <a:solidFill>
                  <a:srgbClr val="1A1A1A"/>
                </a:solidFill>
                <a:latin typeface="e-Ukraine" panose="00000500000000000000" pitchFamily="50" charset="-52"/>
              </a:rPr>
              <a:t>e-Ukraine Bold </a:t>
            </a:r>
            <a:r>
              <a:rPr lang="uk-UA" sz="1200" b="1" dirty="0">
                <a:solidFill>
                  <a:srgbClr val="1A1A1A"/>
                </a:solidFill>
                <a:latin typeface="e-Ukraine" panose="00000500000000000000" pitchFamily="50" charset="-52"/>
              </a:rPr>
              <a:t>12</a:t>
            </a:r>
            <a:r>
              <a:rPr lang="en-US" sz="1200" b="1" dirty="0">
                <a:solidFill>
                  <a:srgbClr val="1A1A1A"/>
                </a:solidFill>
                <a:latin typeface="e-Ukraine" panose="00000500000000000000" pitchFamily="50" charset="-52"/>
              </a:rPr>
              <a:t> pt</a:t>
            </a:r>
            <a:endParaRPr lang="uk-UA" sz="1200" b="1" dirty="0">
              <a:solidFill>
                <a:srgbClr val="1A1A1A"/>
              </a:solidFill>
              <a:latin typeface="e-Ukraine" panose="00000500000000000000" pitchFamily="50" charset="-52"/>
            </a:endParaRPr>
          </a:p>
          <a:p>
            <a:endParaRPr lang="uk-UA" sz="1200" dirty="0">
              <a:solidFill>
                <a:srgbClr val="1A1A1A"/>
              </a:solidFill>
              <a:latin typeface="e-Ukraine" panose="00000500000000000000" pitchFamily="50" charset="-52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uk-UA" sz="1200" dirty="0">
                <a:solidFill>
                  <a:srgbClr val="1A1A1A"/>
                </a:solidFill>
                <a:latin typeface="e-Ukraine" panose="00000500000000000000" pitchFamily="50" charset="-52"/>
              </a:rPr>
              <a:t>Основний текст блоку зі списком, Шрифт </a:t>
            </a:r>
            <a:r>
              <a:rPr lang="en-US" sz="1200" dirty="0">
                <a:solidFill>
                  <a:srgbClr val="1A1A1A"/>
                </a:solidFill>
                <a:latin typeface="e-Ukraine" panose="00000500000000000000" pitchFamily="50" charset="-52"/>
              </a:rPr>
              <a:t>e-Ukraine </a:t>
            </a:r>
            <a:r>
              <a:rPr lang="uk-UA" sz="1200" dirty="0">
                <a:solidFill>
                  <a:srgbClr val="1A1A1A"/>
                </a:solidFill>
                <a:latin typeface="e-Ukraine" panose="00000500000000000000" pitchFamily="50" charset="-52"/>
              </a:rPr>
              <a:t>10-12</a:t>
            </a:r>
            <a:r>
              <a:rPr lang="en-US" sz="1200" dirty="0">
                <a:solidFill>
                  <a:srgbClr val="1A1A1A"/>
                </a:solidFill>
                <a:latin typeface="e-Ukraine" panose="00000500000000000000" pitchFamily="50" charset="-52"/>
              </a:rPr>
              <a:t> pt</a:t>
            </a:r>
            <a:r>
              <a:rPr lang="uk-UA" sz="1200" dirty="0">
                <a:solidFill>
                  <a:srgbClr val="1A1A1A"/>
                </a:solidFill>
                <a:latin typeface="e-Ukraine" panose="00000500000000000000" pitchFamily="50" charset="-52"/>
              </a:rPr>
              <a:t>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uk-UA" sz="1200" dirty="0">
                <a:solidFill>
                  <a:srgbClr val="1A1A1A"/>
                </a:solidFill>
                <a:latin typeface="e-Ukraine" panose="00000500000000000000" pitchFamily="50" charset="-52"/>
              </a:rPr>
              <a:t>Наприклад </a:t>
            </a:r>
            <a:r>
              <a:rPr lang="en-US" sz="1200" dirty="0">
                <a:solidFill>
                  <a:srgbClr val="1A1A1A"/>
                </a:solidFill>
                <a:latin typeface="e-Ukraine" panose="00000500000000000000" pitchFamily="50" charset="-52"/>
              </a:rPr>
              <a:t>Lorem ipsum dolor sit </a:t>
            </a:r>
            <a:r>
              <a:rPr lang="en-US" sz="1200" dirty="0" err="1">
                <a:solidFill>
                  <a:srgbClr val="1A1A1A"/>
                </a:solidFill>
                <a:latin typeface="e-Ukraine" panose="00000500000000000000" pitchFamily="50" charset="-52"/>
              </a:rPr>
              <a:t>amet</a:t>
            </a:r>
            <a:r>
              <a:rPr lang="en-US" sz="1200" dirty="0">
                <a:solidFill>
                  <a:srgbClr val="1A1A1A"/>
                </a:solidFill>
                <a:latin typeface="e-Ukraine" panose="00000500000000000000" pitchFamily="50" charset="-52"/>
              </a:rPr>
              <a:t>, </a:t>
            </a:r>
            <a:r>
              <a:rPr lang="en-US" sz="1200" dirty="0" err="1">
                <a:solidFill>
                  <a:srgbClr val="1A1A1A"/>
                </a:solidFill>
                <a:latin typeface="e-Ukraine" panose="00000500000000000000" pitchFamily="50" charset="-52"/>
              </a:rPr>
              <a:t>consectetuer</a:t>
            </a:r>
            <a:r>
              <a:rPr lang="en-US" sz="1200" dirty="0">
                <a:solidFill>
                  <a:srgbClr val="1A1A1A"/>
                </a:solidFill>
                <a:latin typeface="e-Ukraine" panose="00000500000000000000" pitchFamily="50" charset="-52"/>
              </a:rPr>
              <a:t> </a:t>
            </a:r>
            <a:r>
              <a:rPr lang="en-US" sz="1200" dirty="0" err="1">
                <a:solidFill>
                  <a:srgbClr val="1A1A1A"/>
                </a:solidFill>
                <a:latin typeface="e-Ukraine" panose="00000500000000000000" pitchFamily="50" charset="-52"/>
              </a:rPr>
              <a:t>adipiscing</a:t>
            </a:r>
            <a:r>
              <a:rPr lang="en-US" sz="1200" dirty="0">
                <a:solidFill>
                  <a:srgbClr val="1A1A1A"/>
                </a:solidFill>
                <a:latin typeface="e-Ukraine" panose="00000500000000000000" pitchFamily="50" charset="-52"/>
              </a:rPr>
              <a:t> </a:t>
            </a:r>
            <a:r>
              <a:rPr lang="en-US" sz="1200" dirty="0" err="1">
                <a:solidFill>
                  <a:srgbClr val="1A1A1A"/>
                </a:solidFill>
                <a:latin typeface="e-Ukraine" panose="00000500000000000000" pitchFamily="50" charset="-52"/>
              </a:rPr>
              <a:t>elit</a:t>
            </a:r>
            <a:r>
              <a:rPr lang="en-US" sz="1200" dirty="0">
                <a:solidFill>
                  <a:srgbClr val="1A1A1A"/>
                </a:solidFill>
                <a:latin typeface="e-Ukraine" panose="00000500000000000000" pitchFamily="50" charset="-52"/>
              </a:rPr>
              <a:t>, sed diam </a:t>
            </a:r>
            <a:r>
              <a:rPr lang="en-US" sz="1200" dirty="0" err="1">
                <a:solidFill>
                  <a:srgbClr val="1A1A1A"/>
                </a:solidFill>
                <a:latin typeface="e-Ukraine" panose="00000500000000000000" pitchFamily="50" charset="-52"/>
              </a:rPr>
              <a:t>nonummy</a:t>
            </a:r>
            <a:r>
              <a:rPr lang="en-US" sz="1200" dirty="0">
                <a:solidFill>
                  <a:srgbClr val="1A1A1A"/>
                </a:solidFill>
                <a:latin typeface="e-Ukraine" panose="00000500000000000000" pitchFamily="50" charset="-52"/>
              </a:rPr>
              <a:t> </a:t>
            </a:r>
            <a:r>
              <a:rPr lang="en-US" sz="1200" dirty="0" err="1">
                <a:solidFill>
                  <a:srgbClr val="1A1A1A"/>
                </a:solidFill>
                <a:latin typeface="e-Ukraine" panose="00000500000000000000" pitchFamily="50" charset="-52"/>
              </a:rPr>
              <a:t>nibh</a:t>
            </a:r>
            <a:r>
              <a:rPr lang="en-US" sz="1200" dirty="0">
                <a:solidFill>
                  <a:srgbClr val="1A1A1A"/>
                </a:solidFill>
                <a:latin typeface="e-Ukraine" panose="00000500000000000000" pitchFamily="50" charset="-52"/>
              </a:rPr>
              <a:t> </a:t>
            </a:r>
            <a:r>
              <a:rPr lang="en-US" sz="1200" dirty="0" err="1">
                <a:solidFill>
                  <a:srgbClr val="1A1A1A"/>
                </a:solidFill>
                <a:latin typeface="e-Ukraine" panose="00000500000000000000" pitchFamily="50" charset="-52"/>
              </a:rPr>
              <a:t>euismod</a:t>
            </a:r>
            <a:r>
              <a:rPr lang="en-US" sz="1200" dirty="0">
                <a:solidFill>
                  <a:srgbClr val="1A1A1A"/>
                </a:solidFill>
                <a:latin typeface="e-Ukraine" panose="00000500000000000000" pitchFamily="50" charset="-52"/>
              </a:rPr>
              <a:t> </a:t>
            </a:r>
            <a:r>
              <a:rPr lang="en-US" sz="1200" dirty="0" err="1">
                <a:solidFill>
                  <a:srgbClr val="1A1A1A"/>
                </a:solidFill>
                <a:latin typeface="e-Ukraine" panose="00000500000000000000" pitchFamily="50" charset="-52"/>
              </a:rPr>
              <a:t>tincidunt</a:t>
            </a:r>
            <a:r>
              <a:rPr lang="en-US" sz="1200" dirty="0">
                <a:solidFill>
                  <a:srgbClr val="1A1A1A"/>
                </a:solidFill>
                <a:latin typeface="e-Ukraine" panose="00000500000000000000" pitchFamily="50" charset="-52"/>
              </a:rPr>
              <a:t> </a:t>
            </a:r>
            <a:r>
              <a:rPr lang="en-US" sz="1200" dirty="0" err="1">
                <a:solidFill>
                  <a:srgbClr val="1A1A1A"/>
                </a:solidFill>
                <a:latin typeface="e-Ukraine" panose="00000500000000000000" pitchFamily="50" charset="-52"/>
              </a:rPr>
              <a:t>ut</a:t>
            </a:r>
            <a:r>
              <a:rPr lang="en-US" sz="1200" dirty="0">
                <a:solidFill>
                  <a:srgbClr val="1A1A1A"/>
                </a:solidFill>
                <a:latin typeface="e-Ukraine" panose="00000500000000000000" pitchFamily="50" charset="-52"/>
              </a:rPr>
              <a:t> </a:t>
            </a:r>
            <a:r>
              <a:rPr lang="en-US" sz="1200" dirty="0" err="1">
                <a:solidFill>
                  <a:srgbClr val="1A1A1A"/>
                </a:solidFill>
                <a:latin typeface="e-Ukraine" panose="00000500000000000000" pitchFamily="50" charset="-52"/>
              </a:rPr>
              <a:t>laoreet</a:t>
            </a:r>
            <a:r>
              <a:rPr lang="en-US" sz="1200" dirty="0">
                <a:solidFill>
                  <a:srgbClr val="1A1A1A"/>
                </a:solidFill>
                <a:latin typeface="e-Ukraine" panose="00000500000000000000" pitchFamily="50" charset="-52"/>
              </a:rPr>
              <a:t> dolore magna </a:t>
            </a:r>
            <a:r>
              <a:rPr lang="en-US" sz="1200" dirty="0" err="1">
                <a:solidFill>
                  <a:srgbClr val="1A1A1A"/>
                </a:solidFill>
                <a:latin typeface="e-Ukraine" panose="00000500000000000000" pitchFamily="50" charset="-52"/>
              </a:rPr>
              <a:t>aliquam</a:t>
            </a:r>
            <a:r>
              <a:rPr lang="en-US" sz="1200" dirty="0">
                <a:solidFill>
                  <a:srgbClr val="1A1A1A"/>
                </a:solidFill>
                <a:latin typeface="e-Ukraine" panose="00000500000000000000" pitchFamily="50" charset="-52"/>
              </a:rPr>
              <a:t> </a:t>
            </a:r>
            <a:r>
              <a:rPr lang="en-US" sz="1200" dirty="0" err="1">
                <a:solidFill>
                  <a:srgbClr val="1A1A1A"/>
                </a:solidFill>
                <a:latin typeface="e-Ukraine" panose="00000500000000000000" pitchFamily="50" charset="-52"/>
              </a:rPr>
              <a:t>erat</a:t>
            </a:r>
            <a:r>
              <a:rPr lang="en-US" sz="1200" dirty="0">
                <a:solidFill>
                  <a:srgbClr val="1A1A1A"/>
                </a:solidFill>
                <a:latin typeface="e-Ukraine" panose="00000500000000000000" pitchFamily="50" charset="-52"/>
              </a:rPr>
              <a:t> </a:t>
            </a:r>
            <a:r>
              <a:rPr lang="en-US" sz="1200" dirty="0" err="1">
                <a:solidFill>
                  <a:srgbClr val="1A1A1A"/>
                </a:solidFill>
                <a:latin typeface="e-Ukraine" panose="00000500000000000000" pitchFamily="50" charset="-52"/>
              </a:rPr>
              <a:t>volutpat</a:t>
            </a:r>
            <a:r>
              <a:rPr lang="en-US" sz="1200" dirty="0">
                <a:solidFill>
                  <a:srgbClr val="1A1A1A"/>
                </a:solidFill>
                <a:latin typeface="e-Ukraine" panose="00000500000000000000" pitchFamily="50" charset="-52"/>
              </a:rPr>
              <a:t>. </a:t>
            </a:r>
            <a:endParaRPr lang="uk-UA" sz="1200" dirty="0">
              <a:solidFill>
                <a:srgbClr val="1A1A1A"/>
              </a:solidFill>
              <a:latin typeface="e-Ukraine" panose="00000500000000000000" pitchFamily="50" charset="-52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1A1A1A"/>
                </a:solidFill>
                <a:latin typeface="e-Ukraine" panose="00000500000000000000" pitchFamily="50" charset="-52"/>
              </a:rPr>
              <a:t>Ut </a:t>
            </a:r>
            <a:r>
              <a:rPr lang="en-US" sz="1200" dirty="0" err="1">
                <a:solidFill>
                  <a:srgbClr val="1A1A1A"/>
                </a:solidFill>
                <a:latin typeface="e-Ukraine" panose="00000500000000000000" pitchFamily="50" charset="-52"/>
              </a:rPr>
              <a:t>wisi</a:t>
            </a:r>
            <a:r>
              <a:rPr lang="en-US" sz="1200" dirty="0">
                <a:solidFill>
                  <a:srgbClr val="1A1A1A"/>
                </a:solidFill>
                <a:latin typeface="e-Ukraine" panose="00000500000000000000" pitchFamily="50" charset="-52"/>
              </a:rPr>
              <a:t> </a:t>
            </a:r>
            <a:r>
              <a:rPr lang="en-US" sz="1200" dirty="0" err="1">
                <a:solidFill>
                  <a:srgbClr val="1A1A1A"/>
                </a:solidFill>
                <a:latin typeface="e-Ukraine" panose="00000500000000000000" pitchFamily="50" charset="-52"/>
              </a:rPr>
              <a:t>enim</a:t>
            </a:r>
            <a:r>
              <a:rPr lang="en-US" sz="1200" dirty="0">
                <a:solidFill>
                  <a:srgbClr val="1A1A1A"/>
                </a:solidFill>
                <a:latin typeface="e-Ukraine" panose="00000500000000000000" pitchFamily="50" charset="-52"/>
              </a:rPr>
              <a:t> ad minim </a:t>
            </a:r>
            <a:r>
              <a:rPr lang="en-US" sz="1200" dirty="0" err="1">
                <a:solidFill>
                  <a:srgbClr val="1A1A1A"/>
                </a:solidFill>
                <a:latin typeface="e-Ukraine" panose="00000500000000000000" pitchFamily="50" charset="-52"/>
              </a:rPr>
              <a:t>veniam</a:t>
            </a:r>
            <a:r>
              <a:rPr lang="en-US" sz="1200" dirty="0">
                <a:solidFill>
                  <a:srgbClr val="1A1A1A"/>
                </a:solidFill>
                <a:latin typeface="e-Ukraine" panose="00000500000000000000" pitchFamily="50" charset="-52"/>
              </a:rPr>
              <a:t>, </a:t>
            </a:r>
            <a:r>
              <a:rPr lang="en-US" sz="1200" dirty="0" err="1">
                <a:solidFill>
                  <a:srgbClr val="1A1A1A"/>
                </a:solidFill>
                <a:latin typeface="e-Ukraine" panose="00000500000000000000" pitchFamily="50" charset="-52"/>
              </a:rPr>
              <a:t>quis</a:t>
            </a:r>
            <a:r>
              <a:rPr lang="en-US" sz="1200" dirty="0">
                <a:solidFill>
                  <a:srgbClr val="1A1A1A"/>
                </a:solidFill>
                <a:latin typeface="e-Ukraine" panose="00000500000000000000" pitchFamily="50" charset="-52"/>
              </a:rPr>
              <a:t> </a:t>
            </a:r>
            <a:r>
              <a:rPr lang="en-US" sz="1200" dirty="0" err="1">
                <a:solidFill>
                  <a:srgbClr val="1A1A1A"/>
                </a:solidFill>
                <a:latin typeface="e-Ukraine" panose="00000500000000000000" pitchFamily="50" charset="-52"/>
              </a:rPr>
              <a:t>nostrud</a:t>
            </a:r>
            <a:r>
              <a:rPr lang="en-US" sz="1200" dirty="0">
                <a:solidFill>
                  <a:srgbClr val="1A1A1A"/>
                </a:solidFill>
                <a:latin typeface="e-Ukraine" panose="00000500000000000000" pitchFamily="50" charset="-52"/>
              </a:rPr>
              <a:t> </a:t>
            </a:r>
            <a:r>
              <a:rPr lang="en-US" sz="1200" dirty="0" err="1">
                <a:solidFill>
                  <a:srgbClr val="1A1A1A"/>
                </a:solidFill>
                <a:latin typeface="e-Ukraine" panose="00000500000000000000" pitchFamily="50" charset="-52"/>
              </a:rPr>
              <a:t>exerci</a:t>
            </a:r>
            <a:r>
              <a:rPr lang="en-US" sz="1200" dirty="0">
                <a:solidFill>
                  <a:srgbClr val="1A1A1A"/>
                </a:solidFill>
                <a:latin typeface="e-Ukraine" panose="00000500000000000000" pitchFamily="50" charset="-52"/>
              </a:rPr>
              <a:t> </a:t>
            </a:r>
            <a:r>
              <a:rPr lang="en-US" sz="1200" dirty="0" err="1">
                <a:solidFill>
                  <a:srgbClr val="1A1A1A"/>
                </a:solidFill>
                <a:latin typeface="e-Ukraine" panose="00000500000000000000" pitchFamily="50" charset="-52"/>
              </a:rPr>
              <a:t>tation</a:t>
            </a:r>
            <a:r>
              <a:rPr lang="uk-UA" sz="1200" dirty="0">
                <a:solidFill>
                  <a:srgbClr val="1A1A1A"/>
                </a:solidFill>
                <a:latin typeface="e-Ukraine" panose="00000500000000000000" pitchFamily="50" charset="-52"/>
              </a:rPr>
              <a:t>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uk-UA" sz="1200" dirty="0">
                <a:solidFill>
                  <a:srgbClr val="1A1A1A"/>
                </a:solidFill>
                <a:latin typeface="e-Ukraine" panose="00000500000000000000" pitchFamily="50" charset="-52"/>
              </a:rPr>
              <a:t>Варіант </a:t>
            </a:r>
            <a:r>
              <a:rPr lang="uk-UA" sz="1200" dirty="0" err="1">
                <a:solidFill>
                  <a:srgbClr val="1A1A1A"/>
                </a:solidFill>
                <a:latin typeface="e-Ukraine" panose="00000500000000000000" pitchFamily="50" charset="-52"/>
              </a:rPr>
              <a:t>чорном</a:t>
            </a:r>
            <a:r>
              <a:rPr lang="uk-UA" sz="1200" dirty="0">
                <a:solidFill>
                  <a:srgbClr val="1A1A1A"/>
                </a:solidFill>
                <a:latin typeface="e-Ukraine" panose="00000500000000000000" pitchFamily="50" charset="-52"/>
              </a:rPr>
              <a:t> по білому</a:t>
            </a:r>
          </a:p>
        </p:txBody>
      </p:sp>
      <p:sp>
        <p:nvSpPr>
          <p:cNvPr id="16" name="Rectangle: Diagonal Corners Snipped 15">
            <a:extLst>
              <a:ext uri="{FF2B5EF4-FFF2-40B4-BE49-F238E27FC236}">
                <a16:creationId xmlns:a16="http://schemas.microsoft.com/office/drawing/2014/main" id="{431CB7ED-1CB1-0AE2-F6B5-43269A29F3C5}"/>
              </a:ext>
            </a:extLst>
          </p:cNvPr>
          <p:cNvSpPr/>
          <p:nvPr/>
        </p:nvSpPr>
        <p:spPr>
          <a:xfrm>
            <a:off x="6052988" y="862032"/>
            <a:ext cx="2856696" cy="3847531"/>
          </a:xfrm>
          <a:prstGeom prst="snip2DiagRect">
            <a:avLst>
              <a:gd name="adj1" fmla="val 0"/>
              <a:gd name="adj2" fmla="val 6412"/>
            </a:avLst>
          </a:prstGeom>
          <a:solidFill>
            <a:srgbClr val="BCBA8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uk-UA" sz="1200" dirty="0">
                <a:solidFill>
                  <a:srgbClr val="1A1A1A"/>
                </a:solidFill>
                <a:latin typeface="e-Ukraine" panose="00000500000000000000" pitchFamily="50" charset="-52"/>
              </a:rPr>
              <a:t>Основний текст блоку, Шрифт </a:t>
            </a:r>
            <a:r>
              <a:rPr lang="en-US" sz="1200" dirty="0">
                <a:solidFill>
                  <a:srgbClr val="1A1A1A"/>
                </a:solidFill>
                <a:latin typeface="e-Ukraine" panose="00000500000000000000" pitchFamily="50" charset="-52"/>
              </a:rPr>
              <a:t>e-Ukraine </a:t>
            </a:r>
            <a:r>
              <a:rPr lang="uk-UA" sz="1200" dirty="0">
                <a:solidFill>
                  <a:srgbClr val="1A1A1A"/>
                </a:solidFill>
                <a:latin typeface="e-Ukraine" panose="00000500000000000000" pitchFamily="50" charset="-52"/>
              </a:rPr>
              <a:t>10-12</a:t>
            </a:r>
            <a:r>
              <a:rPr lang="en-US" sz="1200" dirty="0">
                <a:solidFill>
                  <a:srgbClr val="1A1A1A"/>
                </a:solidFill>
                <a:latin typeface="e-Ukraine" panose="00000500000000000000" pitchFamily="50" charset="-52"/>
              </a:rPr>
              <a:t> pt</a:t>
            </a:r>
            <a:r>
              <a:rPr lang="uk-UA" sz="1200" dirty="0">
                <a:solidFill>
                  <a:srgbClr val="1A1A1A"/>
                </a:solidFill>
                <a:latin typeface="e-Ukraine" panose="00000500000000000000" pitchFamily="50" charset="-52"/>
              </a:rPr>
              <a:t>.</a:t>
            </a:r>
          </a:p>
          <a:p>
            <a:endParaRPr lang="uk-UA" sz="1200" dirty="0">
              <a:solidFill>
                <a:srgbClr val="1A1A1A"/>
              </a:solidFill>
              <a:latin typeface="e-Ukraine" panose="00000500000000000000" pitchFamily="50" charset="-52"/>
            </a:endParaRPr>
          </a:p>
          <a:p>
            <a:r>
              <a:rPr lang="uk-UA" sz="1200" dirty="0">
                <a:solidFill>
                  <a:srgbClr val="1A1A1A"/>
                </a:solidFill>
                <a:latin typeface="e-Ukraine" panose="00000500000000000000" pitchFamily="50" charset="-52"/>
              </a:rPr>
              <a:t>Текст може бути без заголовку. Або комбінований: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uk-UA" sz="1200" dirty="0">
                <a:solidFill>
                  <a:srgbClr val="1A1A1A"/>
                </a:solidFill>
                <a:latin typeface="e-Ukraine" panose="00000500000000000000" pitchFamily="50" charset="-52"/>
              </a:rPr>
              <a:t>Наприклад </a:t>
            </a:r>
            <a:r>
              <a:rPr lang="en-US" sz="1200" dirty="0">
                <a:solidFill>
                  <a:srgbClr val="1A1A1A"/>
                </a:solidFill>
                <a:latin typeface="e-Ukraine" panose="00000500000000000000" pitchFamily="50" charset="-52"/>
              </a:rPr>
              <a:t>Lorem ipsum dolor sit </a:t>
            </a:r>
            <a:r>
              <a:rPr lang="en-US" sz="1200" dirty="0" err="1">
                <a:solidFill>
                  <a:srgbClr val="1A1A1A"/>
                </a:solidFill>
                <a:latin typeface="e-Ukraine" panose="00000500000000000000" pitchFamily="50" charset="-52"/>
              </a:rPr>
              <a:t>amet</a:t>
            </a:r>
            <a:r>
              <a:rPr lang="en-US" sz="1200" dirty="0">
                <a:solidFill>
                  <a:srgbClr val="1A1A1A"/>
                </a:solidFill>
                <a:latin typeface="e-Ukraine" panose="00000500000000000000" pitchFamily="50" charset="-52"/>
              </a:rPr>
              <a:t>, </a:t>
            </a:r>
            <a:r>
              <a:rPr lang="en-US" sz="1200" dirty="0" err="1">
                <a:solidFill>
                  <a:srgbClr val="1A1A1A"/>
                </a:solidFill>
                <a:latin typeface="e-Ukraine" panose="00000500000000000000" pitchFamily="50" charset="-52"/>
              </a:rPr>
              <a:t>consectetuer</a:t>
            </a:r>
            <a:r>
              <a:rPr lang="en-US" sz="1200" dirty="0">
                <a:solidFill>
                  <a:srgbClr val="1A1A1A"/>
                </a:solidFill>
                <a:latin typeface="e-Ukraine" panose="00000500000000000000" pitchFamily="50" charset="-52"/>
              </a:rPr>
              <a:t> </a:t>
            </a:r>
            <a:r>
              <a:rPr lang="en-US" sz="1200" dirty="0" err="1">
                <a:solidFill>
                  <a:srgbClr val="1A1A1A"/>
                </a:solidFill>
                <a:latin typeface="e-Ukraine" panose="00000500000000000000" pitchFamily="50" charset="-52"/>
              </a:rPr>
              <a:t>adipiscing</a:t>
            </a:r>
            <a:r>
              <a:rPr lang="en-US" sz="1200" dirty="0">
                <a:solidFill>
                  <a:srgbClr val="1A1A1A"/>
                </a:solidFill>
                <a:latin typeface="e-Ukraine" panose="00000500000000000000" pitchFamily="50" charset="-52"/>
              </a:rPr>
              <a:t> </a:t>
            </a:r>
            <a:r>
              <a:rPr lang="en-US" sz="1200" dirty="0" err="1">
                <a:solidFill>
                  <a:srgbClr val="1A1A1A"/>
                </a:solidFill>
                <a:latin typeface="e-Ukraine" panose="00000500000000000000" pitchFamily="50" charset="-52"/>
              </a:rPr>
              <a:t>elit</a:t>
            </a:r>
            <a:r>
              <a:rPr lang="uk-UA" sz="1200" dirty="0">
                <a:solidFill>
                  <a:srgbClr val="1A1A1A"/>
                </a:solidFill>
                <a:latin typeface="e-Ukraine" panose="00000500000000000000" pitchFamily="50" charset="-52"/>
              </a:rPr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uk-UA" sz="1200" dirty="0">
                <a:solidFill>
                  <a:srgbClr val="1A1A1A"/>
                </a:solidFill>
                <a:latin typeface="e-Ukraine" panose="00000500000000000000" pitchFamily="50" charset="-52"/>
              </a:rPr>
              <a:t>Або </a:t>
            </a:r>
            <a:r>
              <a:rPr lang="en-US" sz="1200" dirty="0">
                <a:solidFill>
                  <a:srgbClr val="1A1A1A"/>
                </a:solidFill>
                <a:latin typeface="e-Ukraine" panose="00000500000000000000" pitchFamily="50" charset="-52"/>
              </a:rPr>
              <a:t>d diam </a:t>
            </a:r>
            <a:r>
              <a:rPr lang="en-US" sz="1200" dirty="0" err="1">
                <a:solidFill>
                  <a:srgbClr val="1A1A1A"/>
                </a:solidFill>
                <a:latin typeface="e-Ukraine" panose="00000500000000000000" pitchFamily="50" charset="-52"/>
              </a:rPr>
              <a:t>nonummy</a:t>
            </a:r>
            <a:r>
              <a:rPr lang="en-US" sz="1200" dirty="0">
                <a:solidFill>
                  <a:srgbClr val="1A1A1A"/>
                </a:solidFill>
                <a:latin typeface="e-Ukraine" panose="00000500000000000000" pitchFamily="50" charset="-52"/>
              </a:rPr>
              <a:t> </a:t>
            </a:r>
            <a:r>
              <a:rPr lang="en-US" sz="1200" dirty="0" err="1">
                <a:solidFill>
                  <a:srgbClr val="1A1A1A"/>
                </a:solidFill>
                <a:latin typeface="e-Ukraine" panose="00000500000000000000" pitchFamily="50" charset="-52"/>
              </a:rPr>
              <a:t>nibh</a:t>
            </a:r>
            <a:r>
              <a:rPr lang="en-US" sz="1200" dirty="0">
                <a:solidFill>
                  <a:srgbClr val="1A1A1A"/>
                </a:solidFill>
                <a:latin typeface="e-Ukraine" panose="00000500000000000000" pitchFamily="50" charset="-52"/>
              </a:rPr>
              <a:t> </a:t>
            </a:r>
            <a:r>
              <a:rPr lang="en-US" sz="1200" dirty="0" err="1">
                <a:solidFill>
                  <a:srgbClr val="1A1A1A"/>
                </a:solidFill>
                <a:latin typeface="e-Ukraine" panose="00000500000000000000" pitchFamily="50" charset="-52"/>
              </a:rPr>
              <a:t>euismod</a:t>
            </a:r>
            <a:r>
              <a:rPr lang="en-US" sz="1200" dirty="0">
                <a:solidFill>
                  <a:srgbClr val="1A1A1A"/>
                </a:solidFill>
                <a:latin typeface="e-Ukraine" panose="00000500000000000000" pitchFamily="50" charset="-52"/>
              </a:rPr>
              <a:t> </a:t>
            </a:r>
            <a:r>
              <a:rPr lang="en-US" sz="1200" dirty="0" err="1">
                <a:solidFill>
                  <a:srgbClr val="1A1A1A"/>
                </a:solidFill>
                <a:latin typeface="e-Ukraine" panose="00000500000000000000" pitchFamily="50" charset="-52"/>
              </a:rPr>
              <a:t>tincidunt</a:t>
            </a:r>
            <a:r>
              <a:rPr lang="en-US" sz="1200" dirty="0">
                <a:solidFill>
                  <a:srgbClr val="1A1A1A"/>
                </a:solidFill>
                <a:latin typeface="e-Ukraine" panose="00000500000000000000" pitchFamily="50" charset="-52"/>
              </a:rPr>
              <a:t> </a:t>
            </a:r>
            <a:r>
              <a:rPr lang="en-US" sz="1200" dirty="0" err="1">
                <a:solidFill>
                  <a:srgbClr val="1A1A1A"/>
                </a:solidFill>
                <a:latin typeface="e-Ukraine" panose="00000500000000000000" pitchFamily="50" charset="-52"/>
              </a:rPr>
              <a:t>ut</a:t>
            </a:r>
            <a:r>
              <a:rPr lang="en-US" sz="1200" dirty="0">
                <a:solidFill>
                  <a:srgbClr val="1A1A1A"/>
                </a:solidFill>
                <a:latin typeface="e-Ukraine" panose="00000500000000000000" pitchFamily="50" charset="-52"/>
              </a:rPr>
              <a:t> </a:t>
            </a:r>
            <a:r>
              <a:rPr lang="en-US" sz="1200" dirty="0" err="1">
                <a:solidFill>
                  <a:srgbClr val="1A1A1A"/>
                </a:solidFill>
                <a:latin typeface="e-Ukraine" panose="00000500000000000000" pitchFamily="50" charset="-52"/>
              </a:rPr>
              <a:t>laoreet</a:t>
            </a:r>
            <a:r>
              <a:rPr lang="en-US" sz="1200" dirty="0">
                <a:solidFill>
                  <a:srgbClr val="1A1A1A"/>
                </a:solidFill>
                <a:latin typeface="e-Ukraine" panose="00000500000000000000" pitchFamily="50" charset="-52"/>
              </a:rPr>
              <a:t> dolore magna </a:t>
            </a:r>
            <a:r>
              <a:rPr lang="en-US" sz="1200" dirty="0" err="1">
                <a:solidFill>
                  <a:srgbClr val="1A1A1A"/>
                </a:solidFill>
                <a:latin typeface="e-Ukraine" panose="00000500000000000000" pitchFamily="50" charset="-52"/>
              </a:rPr>
              <a:t>aliquam</a:t>
            </a:r>
            <a:r>
              <a:rPr lang="en-US" sz="1200" dirty="0">
                <a:solidFill>
                  <a:srgbClr val="1A1A1A"/>
                </a:solidFill>
                <a:latin typeface="e-Ukraine" panose="00000500000000000000" pitchFamily="50" charset="-52"/>
              </a:rPr>
              <a:t> </a:t>
            </a:r>
            <a:r>
              <a:rPr lang="en-US" sz="1200" dirty="0" err="1">
                <a:solidFill>
                  <a:srgbClr val="1A1A1A"/>
                </a:solidFill>
                <a:latin typeface="e-Ukraine" panose="00000500000000000000" pitchFamily="50" charset="-52"/>
              </a:rPr>
              <a:t>erat</a:t>
            </a:r>
            <a:r>
              <a:rPr lang="en-US" sz="1200" dirty="0">
                <a:solidFill>
                  <a:srgbClr val="1A1A1A"/>
                </a:solidFill>
                <a:latin typeface="e-Ukraine" panose="00000500000000000000" pitchFamily="50" charset="-52"/>
              </a:rPr>
              <a:t> </a:t>
            </a:r>
            <a:r>
              <a:rPr lang="en-US" sz="1200" dirty="0" err="1">
                <a:solidFill>
                  <a:srgbClr val="1A1A1A"/>
                </a:solidFill>
                <a:latin typeface="e-Ukraine" panose="00000500000000000000" pitchFamily="50" charset="-52"/>
              </a:rPr>
              <a:t>volutpat</a:t>
            </a:r>
            <a:r>
              <a:rPr lang="en-US" sz="1200" dirty="0">
                <a:solidFill>
                  <a:srgbClr val="1A1A1A"/>
                </a:solidFill>
                <a:latin typeface="e-Ukraine" panose="00000500000000000000" pitchFamily="50" charset="-52"/>
              </a:rPr>
              <a:t>. </a:t>
            </a:r>
            <a:endParaRPr lang="uk-UA" sz="1200" dirty="0">
              <a:solidFill>
                <a:srgbClr val="1A1A1A"/>
              </a:solidFill>
              <a:latin typeface="e-Ukraine" panose="00000500000000000000" pitchFamily="50" charset="-52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uk-UA" sz="1200" dirty="0">
              <a:solidFill>
                <a:srgbClr val="1A1A1A"/>
              </a:solidFill>
              <a:latin typeface="e-Ukraine" panose="00000500000000000000" pitchFamily="50" charset="-52"/>
            </a:endParaRPr>
          </a:p>
          <a:p>
            <a:r>
              <a:rPr lang="uk-UA" sz="1200" dirty="0">
                <a:solidFill>
                  <a:srgbClr val="1A1A1A"/>
                </a:solidFill>
                <a:latin typeface="e-Ukraine" panose="00000500000000000000" pitchFamily="50" charset="-52"/>
              </a:rPr>
              <a:t>Можливі комбінації кольорів фону та тексту. Рекомендовано уникати неконтрастних поєднань.</a:t>
            </a:r>
            <a:endParaRPr lang="en-US" sz="1200" dirty="0">
              <a:solidFill>
                <a:srgbClr val="1A1A1A"/>
              </a:solidFill>
              <a:latin typeface="e-Ukraine" panose="00000500000000000000" pitchFamily="50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15205818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0">
            <a:extLst>
              <a:ext uri="{FF2B5EF4-FFF2-40B4-BE49-F238E27FC236}">
                <a16:creationId xmlns:a16="http://schemas.microsoft.com/office/drawing/2014/main" id="{F55F90BD-8DB5-AEA1-469E-085739EACA61}"/>
              </a:ext>
            </a:extLst>
          </p:cNvPr>
          <p:cNvSpPr/>
          <p:nvPr/>
        </p:nvSpPr>
        <p:spPr>
          <a:xfrm>
            <a:off x="234316" y="107731"/>
            <a:ext cx="5859133" cy="5780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uk-UA" sz="2000" kern="0" spc="-70" dirty="0">
                <a:solidFill>
                  <a:srgbClr val="1A1A1A"/>
                </a:solidFill>
                <a:latin typeface="e-Ukraine Head Bold" panose="00000800000000000000" pitchFamily="50" charset="-52"/>
                <a:ea typeface="e-Ukraine Head" pitchFamily="34" charset="-122"/>
                <a:cs typeface="e-Ukraine Head" pitchFamily="34" charset="-120"/>
              </a:rPr>
              <a:t>Заголовок слайду, </a:t>
            </a:r>
            <a:r>
              <a:rPr lang="uk-UA" sz="2000" kern="0" spc="-70" dirty="0">
                <a:solidFill>
                  <a:srgbClr val="1A1A1A"/>
                </a:solidFill>
                <a:latin typeface="e-Ukraine Head Bold" panose="00000800000000000000" pitchFamily="50" charset="-52"/>
              </a:rPr>
              <a:t>не більше 2 строк</a:t>
            </a:r>
            <a:br>
              <a:rPr lang="en-US" sz="2000" kern="0" spc="-70" dirty="0">
                <a:solidFill>
                  <a:srgbClr val="1A1A1A"/>
                </a:solidFill>
                <a:latin typeface="e-Ukraine Head Bold" panose="00000800000000000000" pitchFamily="50" charset="-52"/>
                <a:ea typeface="e-Ukraine Head" pitchFamily="34" charset="-122"/>
                <a:cs typeface="e-Ukraine Head" pitchFamily="34" charset="-120"/>
              </a:rPr>
            </a:br>
            <a:r>
              <a:rPr lang="uk-UA" sz="2000" kern="0" spc="-70" dirty="0">
                <a:solidFill>
                  <a:srgbClr val="1A1A1A"/>
                </a:solidFill>
                <a:latin typeface="e-Ukraine Head Bold" panose="00000800000000000000" pitchFamily="50" charset="-52"/>
                <a:ea typeface="e-Ukraine Head" pitchFamily="34" charset="-122"/>
                <a:cs typeface="e-Ukraine Head" pitchFamily="34" charset="-120"/>
              </a:rPr>
              <a:t>Шрифт </a:t>
            </a:r>
            <a:r>
              <a:rPr lang="en-US" sz="2000" kern="0" spc="-70" dirty="0">
                <a:solidFill>
                  <a:srgbClr val="1A1A1A"/>
                </a:solidFill>
                <a:latin typeface="e-Ukraine Head Bold" panose="00000800000000000000" pitchFamily="50" charset="-52"/>
                <a:ea typeface="e-Ukraine Head" pitchFamily="34" charset="-122"/>
                <a:cs typeface="e-Ukraine Head" pitchFamily="34" charset="-120"/>
              </a:rPr>
              <a:t>e-Ukraine</a:t>
            </a:r>
            <a:r>
              <a:rPr lang="uk-UA" sz="2000" kern="0" spc="-70" dirty="0">
                <a:solidFill>
                  <a:srgbClr val="1A1A1A"/>
                </a:solidFill>
                <a:latin typeface="e-Ukraine Head Bold" panose="00000800000000000000" pitchFamily="50" charset="-52"/>
                <a:ea typeface="e-Ukraine Head" pitchFamily="34" charset="-122"/>
                <a:cs typeface="e-Ukraine Head" pitchFamily="34" charset="-120"/>
              </a:rPr>
              <a:t> </a:t>
            </a:r>
            <a:r>
              <a:rPr lang="en-US" sz="2000" kern="0" spc="-70" dirty="0">
                <a:solidFill>
                  <a:srgbClr val="1A1A1A"/>
                </a:solidFill>
                <a:latin typeface="e-Ukraine Head Bold" panose="00000800000000000000" pitchFamily="50" charset="-52"/>
                <a:ea typeface="e-Ukraine Head" pitchFamily="34" charset="-122"/>
                <a:cs typeface="e-Ukraine Head" pitchFamily="34" charset="-120"/>
              </a:rPr>
              <a:t>Head Bold </a:t>
            </a:r>
            <a:r>
              <a:rPr lang="uk-UA" sz="2000" kern="0" spc="-70" dirty="0">
                <a:solidFill>
                  <a:srgbClr val="1A1A1A"/>
                </a:solidFill>
                <a:latin typeface="e-Ukraine Head Bold" panose="00000800000000000000" pitchFamily="50" charset="-52"/>
                <a:ea typeface="e-Ukraine Head" pitchFamily="34" charset="-122"/>
                <a:cs typeface="e-Ukraine Head" pitchFamily="34" charset="-120"/>
              </a:rPr>
              <a:t>20 </a:t>
            </a:r>
            <a:r>
              <a:rPr lang="en-US" sz="2000" kern="0" spc="-70" dirty="0">
                <a:solidFill>
                  <a:srgbClr val="1A1A1A"/>
                </a:solidFill>
                <a:latin typeface="e-Ukraine Head Bold" panose="00000800000000000000" pitchFamily="50" charset="-52"/>
                <a:ea typeface="e-Ukraine Head" pitchFamily="34" charset="-122"/>
                <a:cs typeface="e-Ukraine Head" pitchFamily="34" charset="-120"/>
              </a:rPr>
              <a:t>pt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AD036449-0142-4154-B874-B1414474ED6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46099" y="197455"/>
            <a:ext cx="1693272" cy="256081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32BA251A-4420-C081-4694-D72B9238CA9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092022" y="197455"/>
            <a:ext cx="817662" cy="256081"/>
          </a:xfrm>
          <a:prstGeom prst="rect">
            <a:avLst/>
          </a:prstGeom>
        </p:spPr>
      </p:pic>
      <p:sp>
        <p:nvSpPr>
          <p:cNvPr id="8" name="Rectangle: Diagonal Corners Snipped 7">
            <a:extLst>
              <a:ext uri="{FF2B5EF4-FFF2-40B4-BE49-F238E27FC236}">
                <a16:creationId xmlns:a16="http://schemas.microsoft.com/office/drawing/2014/main" id="{49C5E6E6-CA91-1473-E440-2CF3A033ABEB}"/>
              </a:ext>
            </a:extLst>
          </p:cNvPr>
          <p:cNvSpPr/>
          <p:nvPr/>
        </p:nvSpPr>
        <p:spPr>
          <a:xfrm>
            <a:off x="234316" y="862032"/>
            <a:ext cx="4281040" cy="3847531"/>
          </a:xfrm>
          <a:prstGeom prst="snip2DiagRect">
            <a:avLst>
              <a:gd name="adj1" fmla="val 0"/>
              <a:gd name="adj2" fmla="val 6412"/>
            </a:avLst>
          </a:prstGeom>
          <a:solidFill>
            <a:srgbClr val="322E2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uk-UA" sz="1200" b="1" dirty="0">
                <a:solidFill>
                  <a:schemeClr val="bg1"/>
                </a:solidFill>
                <a:latin typeface="e-Ukraine" panose="00000500000000000000" pitchFamily="50" charset="-52"/>
              </a:rPr>
              <a:t>Заголовок блоку, Шрифт </a:t>
            </a:r>
            <a:r>
              <a:rPr lang="en-US" sz="1200" b="1" dirty="0">
                <a:solidFill>
                  <a:schemeClr val="bg1"/>
                </a:solidFill>
                <a:latin typeface="e-Ukraine" panose="00000500000000000000" pitchFamily="50" charset="-52"/>
              </a:rPr>
              <a:t>e-Ukraine Bold </a:t>
            </a:r>
            <a:r>
              <a:rPr lang="uk-UA" sz="1200" b="1" dirty="0">
                <a:solidFill>
                  <a:schemeClr val="bg1"/>
                </a:solidFill>
                <a:latin typeface="e-Ukraine" panose="00000500000000000000" pitchFamily="50" charset="-52"/>
              </a:rPr>
              <a:t>12</a:t>
            </a:r>
            <a:r>
              <a:rPr lang="en-US" sz="1200" b="1" dirty="0">
                <a:solidFill>
                  <a:schemeClr val="bg1"/>
                </a:solidFill>
                <a:latin typeface="e-Ukraine" panose="00000500000000000000" pitchFamily="50" charset="-52"/>
              </a:rPr>
              <a:t> pt</a:t>
            </a:r>
            <a:endParaRPr lang="uk-UA" sz="1200" b="1" dirty="0">
              <a:solidFill>
                <a:schemeClr val="bg1"/>
              </a:solidFill>
              <a:latin typeface="e-Ukraine" panose="00000500000000000000" pitchFamily="50" charset="-52"/>
            </a:endParaRPr>
          </a:p>
          <a:p>
            <a:endParaRPr lang="uk-UA" sz="1200" dirty="0">
              <a:solidFill>
                <a:schemeClr val="bg1"/>
              </a:solidFill>
              <a:latin typeface="e-Ukraine" panose="00000500000000000000" pitchFamily="50" charset="-52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uk-UA" sz="1200" dirty="0">
                <a:solidFill>
                  <a:schemeClr val="bg1"/>
                </a:solidFill>
                <a:latin typeface="e-Ukraine" panose="00000500000000000000" pitchFamily="50" charset="-52"/>
              </a:rPr>
              <a:t>Основний текст блоку зі списком, Шрифт </a:t>
            </a:r>
            <a:r>
              <a:rPr lang="en-US" sz="1200" dirty="0">
                <a:solidFill>
                  <a:schemeClr val="bg1"/>
                </a:solidFill>
                <a:latin typeface="e-Ukraine" panose="00000500000000000000" pitchFamily="50" charset="-52"/>
              </a:rPr>
              <a:t>e-Ukraine </a:t>
            </a:r>
            <a:r>
              <a:rPr lang="uk-UA" sz="1200" dirty="0">
                <a:solidFill>
                  <a:schemeClr val="bg1"/>
                </a:solidFill>
                <a:latin typeface="e-Ukraine" panose="00000500000000000000" pitchFamily="50" charset="-52"/>
              </a:rPr>
              <a:t>10-12</a:t>
            </a:r>
            <a:r>
              <a:rPr lang="en-US" sz="1200" dirty="0">
                <a:solidFill>
                  <a:schemeClr val="bg1"/>
                </a:solidFill>
                <a:latin typeface="e-Ukraine" panose="00000500000000000000" pitchFamily="50" charset="-52"/>
              </a:rPr>
              <a:t> pt</a:t>
            </a:r>
            <a:r>
              <a:rPr lang="uk-UA" sz="1200" dirty="0">
                <a:solidFill>
                  <a:schemeClr val="bg1"/>
                </a:solidFill>
                <a:latin typeface="e-Ukraine" panose="00000500000000000000" pitchFamily="50" charset="-52"/>
              </a:rPr>
              <a:t>. </a:t>
            </a:r>
          </a:p>
          <a:p>
            <a:endParaRPr lang="uk-UA" sz="1200" dirty="0">
              <a:solidFill>
                <a:schemeClr val="bg1"/>
              </a:solidFill>
              <a:latin typeface="e-Ukraine" panose="00000500000000000000" pitchFamily="50" charset="-52"/>
            </a:endParaRPr>
          </a:p>
          <a:p>
            <a:r>
              <a:rPr lang="uk-UA" sz="1200" dirty="0">
                <a:solidFill>
                  <a:schemeClr val="bg1"/>
                </a:solidFill>
                <a:latin typeface="e-Ukraine" panose="00000500000000000000" pitchFamily="50" charset="-52"/>
              </a:rPr>
              <a:t>Текст може бути без заголовку. Або комбінований: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uk-UA" sz="1200" dirty="0">
                <a:solidFill>
                  <a:schemeClr val="bg1"/>
                </a:solidFill>
                <a:latin typeface="e-Ukraine" panose="00000500000000000000" pitchFamily="50" charset="-52"/>
              </a:rPr>
              <a:t>Наприклад </a:t>
            </a:r>
            <a:r>
              <a:rPr lang="en-US" sz="1200" dirty="0">
                <a:solidFill>
                  <a:schemeClr val="bg1"/>
                </a:solidFill>
                <a:latin typeface="e-Ukraine" panose="00000500000000000000" pitchFamily="50" charset="-52"/>
              </a:rPr>
              <a:t>Lorem ipsum dolor sit </a:t>
            </a:r>
            <a:r>
              <a:rPr lang="en-US" sz="1200" dirty="0" err="1">
                <a:solidFill>
                  <a:schemeClr val="bg1"/>
                </a:solidFill>
                <a:latin typeface="e-Ukraine" panose="00000500000000000000" pitchFamily="50" charset="-52"/>
              </a:rPr>
              <a:t>amet</a:t>
            </a:r>
            <a:r>
              <a:rPr lang="en-US" sz="1200" dirty="0">
                <a:solidFill>
                  <a:schemeClr val="bg1"/>
                </a:solidFill>
                <a:latin typeface="e-Ukraine" panose="00000500000000000000" pitchFamily="50" charset="-52"/>
              </a:rPr>
              <a:t>, </a:t>
            </a:r>
            <a:r>
              <a:rPr lang="en-US" sz="1200" dirty="0" err="1">
                <a:solidFill>
                  <a:schemeClr val="bg1"/>
                </a:solidFill>
                <a:latin typeface="e-Ukraine" panose="00000500000000000000" pitchFamily="50" charset="-52"/>
              </a:rPr>
              <a:t>consectetuer</a:t>
            </a:r>
            <a:r>
              <a:rPr lang="en-US" sz="1200" dirty="0">
                <a:solidFill>
                  <a:schemeClr val="bg1"/>
                </a:solidFill>
                <a:latin typeface="e-Ukraine" panose="00000500000000000000" pitchFamily="50" charset="-52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e-Ukraine" panose="00000500000000000000" pitchFamily="50" charset="-52"/>
              </a:rPr>
              <a:t>adipiscing</a:t>
            </a:r>
            <a:r>
              <a:rPr lang="en-US" sz="1200" dirty="0">
                <a:solidFill>
                  <a:schemeClr val="bg1"/>
                </a:solidFill>
                <a:latin typeface="e-Ukraine" panose="00000500000000000000" pitchFamily="50" charset="-52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e-Ukraine" panose="00000500000000000000" pitchFamily="50" charset="-52"/>
              </a:rPr>
              <a:t>elit</a:t>
            </a:r>
            <a:r>
              <a:rPr lang="uk-UA" sz="1200" dirty="0">
                <a:solidFill>
                  <a:schemeClr val="bg1"/>
                </a:solidFill>
                <a:latin typeface="e-Ukraine" panose="00000500000000000000" pitchFamily="50" charset="-52"/>
              </a:rPr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uk-UA" sz="1200" dirty="0">
                <a:solidFill>
                  <a:schemeClr val="bg1"/>
                </a:solidFill>
                <a:latin typeface="e-Ukraine" panose="00000500000000000000" pitchFamily="50" charset="-52"/>
              </a:rPr>
              <a:t>Або </a:t>
            </a:r>
            <a:r>
              <a:rPr lang="en-US" sz="1200" dirty="0">
                <a:solidFill>
                  <a:schemeClr val="bg1"/>
                </a:solidFill>
                <a:latin typeface="e-Ukraine" panose="00000500000000000000" pitchFamily="50" charset="-52"/>
              </a:rPr>
              <a:t>d diam </a:t>
            </a:r>
            <a:r>
              <a:rPr lang="en-US" sz="1200" dirty="0" err="1">
                <a:solidFill>
                  <a:schemeClr val="bg1"/>
                </a:solidFill>
                <a:latin typeface="e-Ukraine" panose="00000500000000000000" pitchFamily="50" charset="-52"/>
              </a:rPr>
              <a:t>nonummy</a:t>
            </a:r>
            <a:r>
              <a:rPr lang="en-US" sz="1200" dirty="0">
                <a:solidFill>
                  <a:schemeClr val="bg1"/>
                </a:solidFill>
                <a:latin typeface="e-Ukraine" panose="00000500000000000000" pitchFamily="50" charset="-52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e-Ukraine" panose="00000500000000000000" pitchFamily="50" charset="-52"/>
              </a:rPr>
              <a:t>nibh</a:t>
            </a:r>
            <a:r>
              <a:rPr lang="en-US" sz="1200" dirty="0">
                <a:solidFill>
                  <a:schemeClr val="bg1"/>
                </a:solidFill>
                <a:latin typeface="e-Ukraine" panose="00000500000000000000" pitchFamily="50" charset="-52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e-Ukraine" panose="00000500000000000000" pitchFamily="50" charset="-52"/>
              </a:rPr>
              <a:t>euismod</a:t>
            </a:r>
            <a:r>
              <a:rPr lang="en-US" sz="1200" dirty="0">
                <a:solidFill>
                  <a:schemeClr val="bg1"/>
                </a:solidFill>
                <a:latin typeface="e-Ukraine" panose="00000500000000000000" pitchFamily="50" charset="-52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e-Ukraine" panose="00000500000000000000" pitchFamily="50" charset="-52"/>
              </a:rPr>
              <a:t>tincidunt</a:t>
            </a:r>
            <a:r>
              <a:rPr lang="en-US" sz="1200" dirty="0">
                <a:solidFill>
                  <a:schemeClr val="bg1"/>
                </a:solidFill>
                <a:latin typeface="e-Ukraine" panose="00000500000000000000" pitchFamily="50" charset="-52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e-Ukraine" panose="00000500000000000000" pitchFamily="50" charset="-52"/>
              </a:rPr>
              <a:t>ut</a:t>
            </a:r>
            <a:r>
              <a:rPr lang="en-US" sz="1200" dirty="0">
                <a:solidFill>
                  <a:schemeClr val="bg1"/>
                </a:solidFill>
                <a:latin typeface="e-Ukraine" panose="00000500000000000000" pitchFamily="50" charset="-52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e-Ukraine" panose="00000500000000000000" pitchFamily="50" charset="-52"/>
              </a:rPr>
              <a:t>laoreet</a:t>
            </a:r>
            <a:r>
              <a:rPr lang="en-US" sz="1200" dirty="0">
                <a:solidFill>
                  <a:schemeClr val="bg1"/>
                </a:solidFill>
                <a:latin typeface="e-Ukraine" panose="00000500000000000000" pitchFamily="50" charset="-52"/>
              </a:rPr>
              <a:t> dolore magna </a:t>
            </a:r>
            <a:r>
              <a:rPr lang="en-US" sz="1200" dirty="0" err="1">
                <a:solidFill>
                  <a:schemeClr val="bg1"/>
                </a:solidFill>
                <a:latin typeface="e-Ukraine" panose="00000500000000000000" pitchFamily="50" charset="-52"/>
              </a:rPr>
              <a:t>aliquam</a:t>
            </a:r>
            <a:r>
              <a:rPr lang="en-US" sz="1200" dirty="0">
                <a:solidFill>
                  <a:schemeClr val="bg1"/>
                </a:solidFill>
                <a:latin typeface="e-Ukraine" panose="00000500000000000000" pitchFamily="50" charset="-52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e-Ukraine" panose="00000500000000000000" pitchFamily="50" charset="-52"/>
              </a:rPr>
              <a:t>erat</a:t>
            </a:r>
            <a:r>
              <a:rPr lang="en-US" sz="1200" dirty="0">
                <a:solidFill>
                  <a:schemeClr val="bg1"/>
                </a:solidFill>
                <a:latin typeface="e-Ukraine" panose="00000500000000000000" pitchFamily="50" charset="-52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e-Ukraine" panose="00000500000000000000" pitchFamily="50" charset="-52"/>
              </a:rPr>
              <a:t>volutpat</a:t>
            </a:r>
            <a:r>
              <a:rPr lang="en-US" sz="1200" dirty="0">
                <a:solidFill>
                  <a:schemeClr val="bg1"/>
                </a:solidFill>
                <a:latin typeface="e-Ukraine" panose="00000500000000000000" pitchFamily="50" charset="-52"/>
              </a:rPr>
              <a:t>. </a:t>
            </a:r>
            <a:endParaRPr lang="uk-UA" sz="1200" dirty="0">
              <a:solidFill>
                <a:schemeClr val="bg1"/>
              </a:solidFill>
              <a:latin typeface="e-Ukraine" panose="00000500000000000000" pitchFamily="50" charset="-52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uk-UA" sz="1200" dirty="0">
              <a:solidFill>
                <a:schemeClr val="bg1"/>
              </a:solidFill>
              <a:latin typeface="e-Ukraine" panose="00000500000000000000" pitchFamily="50" charset="-52"/>
            </a:endParaRPr>
          </a:p>
          <a:p>
            <a:r>
              <a:rPr lang="uk-UA" sz="1200" dirty="0">
                <a:solidFill>
                  <a:schemeClr val="bg1"/>
                </a:solidFill>
                <a:latin typeface="e-Ukraine" panose="00000500000000000000" pitchFamily="50" charset="-52"/>
              </a:rPr>
              <a:t>Для виділення окремих слів в тексті рекомендовано використовувати ефект </a:t>
            </a:r>
            <a:r>
              <a:rPr lang="uk-UA" sz="1200" b="1" dirty="0">
                <a:solidFill>
                  <a:schemeClr val="bg1"/>
                </a:solidFill>
                <a:latin typeface="e-Ukraine" panose="00000500000000000000" pitchFamily="50" charset="-52"/>
              </a:rPr>
              <a:t>«жирний текст», </a:t>
            </a:r>
            <a:r>
              <a:rPr lang="uk-UA" sz="1200" i="1" dirty="0">
                <a:solidFill>
                  <a:schemeClr val="bg1"/>
                </a:solidFill>
                <a:latin typeface="e-Ukraine" panose="00000500000000000000" pitchFamily="50" charset="-52"/>
              </a:rPr>
              <a:t>«курсив» </a:t>
            </a:r>
            <a:r>
              <a:rPr lang="uk-UA" sz="1200" dirty="0">
                <a:solidFill>
                  <a:schemeClr val="bg1"/>
                </a:solidFill>
                <a:latin typeface="e-Ukraine" panose="00000500000000000000" pitchFamily="50" charset="-52"/>
              </a:rPr>
              <a:t>або </a:t>
            </a:r>
            <a:r>
              <a:rPr lang="uk-UA" sz="1200" dirty="0">
                <a:solidFill>
                  <a:srgbClr val="BCBA87"/>
                </a:solidFill>
                <a:latin typeface="e-Ukraine" panose="00000500000000000000" pitchFamily="50" charset="-52"/>
              </a:rPr>
              <a:t>«виділення кольором». </a:t>
            </a:r>
            <a:r>
              <a:rPr lang="uk-UA" sz="1200" dirty="0">
                <a:solidFill>
                  <a:schemeClr val="bg1"/>
                </a:solidFill>
                <a:latin typeface="e-Ukraine" panose="00000500000000000000" pitchFamily="50" charset="-52"/>
              </a:rPr>
              <a:t>Комбінувати ефекти </a:t>
            </a:r>
            <a:r>
              <a:rPr lang="uk-UA" sz="1200" b="1" i="1" dirty="0">
                <a:solidFill>
                  <a:schemeClr val="bg1"/>
                </a:solidFill>
                <a:latin typeface="e-Ukraine" panose="00000500000000000000" pitchFamily="50" charset="-52"/>
              </a:rPr>
              <a:t>н</a:t>
            </a:r>
            <a:r>
              <a:rPr lang="uk-UA" sz="1200" b="1" i="1" dirty="0">
                <a:solidFill>
                  <a:srgbClr val="90959B"/>
                </a:solidFill>
                <a:latin typeface="e-Ukraine" panose="00000500000000000000" pitchFamily="50" charset="-52"/>
              </a:rPr>
              <a:t>е</a:t>
            </a:r>
            <a:r>
              <a:rPr lang="uk-UA" sz="1200" b="1" i="1" dirty="0">
                <a:solidFill>
                  <a:schemeClr val="bg1"/>
                </a:solidFill>
                <a:latin typeface="e-Ukraine" panose="00000500000000000000" pitchFamily="50" charset="-52"/>
              </a:rPr>
              <a:t> </a:t>
            </a:r>
            <a:r>
              <a:rPr lang="uk-UA" sz="1200" b="1" i="1" dirty="0">
                <a:solidFill>
                  <a:srgbClr val="DA451B"/>
                </a:solidFill>
                <a:latin typeface="e-Ukraine" panose="00000500000000000000" pitchFamily="50" charset="-52"/>
              </a:rPr>
              <a:t>в</a:t>
            </a:r>
            <a:r>
              <a:rPr lang="uk-UA" sz="1200" b="1" i="1" dirty="0">
                <a:solidFill>
                  <a:srgbClr val="85C42B"/>
                </a:solidFill>
                <a:latin typeface="e-Ukraine" panose="00000500000000000000" pitchFamily="50" charset="-52"/>
              </a:rPr>
              <a:t>а</a:t>
            </a:r>
            <a:r>
              <a:rPr lang="uk-UA" sz="1200" b="1" i="1" dirty="0">
                <a:solidFill>
                  <a:srgbClr val="1A1A1A"/>
                </a:solidFill>
                <a:latin typeface="e-Ukraine" panose="00000500000000000000" pitchFamily="50" charset="-52"/>
              </a:rPr>
              <a:t>р</a:t>
            </a:r>
            <a:r>
              <a:rPr lang="uk-UA" sz="1200" b="1" i="1" dirty="0">
                <a:solidFill>
                  <a:srgbClr val="D9CA9F"/>
                </a:solidFill>
                <a:latin typeface="e-Ukraine" panose="00000500000000000000" pitchFamily="50" charset="-52"/>
              </a:rPr>
              <a:t>т</a:t>
            </a:r>
            <a:r>
              <a:rPr lang="uk-UA" sz="1200" b="1" i="1" dirty="0">
                <a:solidFill>
                  <a:srgbClr val="FFFF00"/>
                </a:solidFill>
                <a:latin typeface="e-Ukraine" panose="00000500000000000000" pitchFamily="50" charset="-52"/>
              </a:rPr>
              <a:t>о</a:t>
            </a:r>
          </a:p>
        </p:txBody>
      </p:sp>
      <p:sp>
        <p:nvSpPr>
          <p:cNvPr id="9" name="Rectangle: Diagonal Corners Snipped 8">
            <a:extLst>
              <a:ext uri="{FF2B5EF4-FFF2-40B4-BE49-F238E27FC236}">
                <a16:creationId xmlns:a16="http://schemas.microsoft.com/office/drawing/2014/main" id="{6379C9D8-4253-54CD-12E0-47F487FC3360}"/>
              </a:ext>
            </a:extLst>
          </p:cNvPr>
          <p:cNvSpPr/>
          <p:nvPr/>
        </p:nvSpPr>
        <p:spPr>
          <a:xfrm>
            <a:off x="4628645" y="862032"/>
            <a:ext cx="4281040" cy="3014053"/>
          </a:xfrm>
          <a:prstGeom prst="snip2DiagRect">
            <a:avLst>
              <a:gd name="adj1" fmla="val 0"/>
              <a:gd name="adj2" fmla="val 6412"/>
            </a:avLst>
          </a:prstGeom>
          <a:solidFill>
            <a:srgbClr val="BCBA8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uk-UA" sz="1200" dirty="0">
                <a:solidFill>
                  <a:srgbClr val="1A1A1A"/>
                </a:solidFill>
                <a:latin typeface="e-Ukraine" panose="00000500000000000000" pitchFamily="50" charset="-52"/>
              </a:rPr>
              <a:t>Основний текст блоку, Шрифт </a:t>
            </a:r>
            <a:r>
              <a:rPr lang="en-US" sz="1200" dirty="0">
                <a:solidFill>
                  <a:srgbClr val="1A1A1A"/>
                </a:solidFill>
                <a:latin typeface="e-Ukraine" panose="00000500000000000000" pitchFamily="50" charset="-52"/>
              </a:rPr>
              <a:t>e-Ukraine </a:t>
            </a:r>
            <a:r>
              <a:rPr lang="uk-UA" sz="1200" dirty="0">
                <a:solidFill>
                  <a:srgbClr val="1A1A1A"/>
                </a:solidFill>
                <a:latin typeface="e-Ukraine" panose="00000500000000000000" pitchFamily="50" charset="-52"/>
              </a:rPr>
              <a:t>10-12</a:t>
            </a:r>
            <a:r>
              <a:rPr lang="en-US" sz="1200" dirty="0">
                <a:solidFill>
                  <a:srgbClr val="1A1A1A"/>
                </a:solidFill>
                <a:latin typeface="e-Ukraine" panose="00000500000000000000" pitchFamily="50" charset="-52"/>
              </a:rPr>
              <a:t> pt</a:t>
            </a:r>
            <a:r>
              <a:rPr lang="uk-UA" sz="1200" dirty="0">
                <a:solidFill>
                  <a:srgbClr val="1A1A1A"/>
                </a:solidFill>
                <a:latin typeface="e-Ukraine" panose="00000500000000000000" pitchFamily="50" charset="-52"/>
              </a:rPr>
              <a:t>.</a:t>
            </a:r>
          </a:p>
          <a:p>
            <a:endParaRPr lang="uk-UA" sz="1200" dirty="0">
              <a:solidFill>
                <a:srgbClr val="1A1A1A"/>
              </a:solidFill>
              <a:latin typeface="e-Ukraine" panose="00000500000000000000" pitchFamily="50" charset="-52"/>
            </a:endParaRPr>
          </a:p>
          <a:p>
            <a:r>
              <a:rPr lang="uk-UA" sz="1200" dirty="0">
                <a:solidFill>
                  <a:srgbClr val="1A1A1A"/>
                </a:solidFill>
                <a:latin typeface="e-Ukraine" panose="00000500000000000000" pitchFamily="50" charset="-52"/>
              </a:rPr>
              <a:t>Текст може бути без заголовку. Або комбінований: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uk-UA" sz="1200" dirty="0">
                <a:solidFill>
                  <a:srgbClr val="1A1A1A"/>
                </a:solidFill>
                <a:latin typeface="e-Ukraine" panose="00000500000000000000" pitchFamily="50" charset="-52"/>
              </a:rPr>
              <a:t>Наприклад </a:t>
            </a:r>
            <a:r>
              <a:rPr lang="en-US" sz="1200" dirty="0">
                <a:solidFill>
                  <a:srgbClr val="1A1A1A"/>
                </a:solidFill>
                <a:latin typeface="e-Ukraine" panose="00000500000000000000" pitchFamily="50" charset="-52"/>
              </a:rPr>
              <a:t>Lorem ipsum dolor sit </a:t>
            </a:r>
            <a:r>
              <a:rPr lang="en-US" sz="1200" dirty="0" err="1">
                <a:solidFill>
                  <a:srgbClr val="1A1A1A"/>
                </a:solidFill>
                <a:latin typeface="e-Ukraine" panose="00000500000000000000" pitchFamily="50" charset="-52"/>
              </a:rPr>
              <a:t>amet</a:t>
            </a:r>
            <a:r>
              <a:rPr lang="en-US" sz="1200" dirty="0">
                <a:solidFill>
                  <a:srgbClr val="1A1A1A"/>
                </a:solidFill>
                <a:latin typeface="e-Ukraine" panose="00000500000000000000" pitchFamily="50" charset="-52"/>
              </a:rPr>
              <a:t>, </a:t>
            </a:r>
            <a:r>
              <a:rPr lang="en-US" sz="1200" dirty="0" err="1">
                <a:solidFill>
                  <a:srgbClr val="1A1A1A"/>
                </a:solidFill>
                <a:latin typeface="e-Ukraine" panose="00000500000000000000" pitchFamily="50" charset="-52"/>
              </a:rPr>
              <a:t>consectetuer</a:t>
            </a:r>
            <a:r>
              <a:rPr lang="en-US" sz="1200" dirty="0">
                <a:solidFill>
                  <a:srgbClr val="1A1A1A"/>
                </a:solidFill>
                <a:latin typeface="e-Ukraine" panose="00000500000000000000" pitchFamily="50" charset="-52"/>
              </a:rPr>
              <a:t> </a:t>
            </a:r>
            <a:r>
              <a:rPr lang="en-US" sz="1200" dirty="0" err="1">
                <a:solidFill>
                  <a:srgbClr val="1A1A1A"/>
                </a:solidFill>
                <a:latin typeface="e-Ukraine" panose="00000500000000000000" pitchFamily="50" charset="-52"/>
              </a:rPr>
              <a:t>adipiscing</a:t>
            </a:r>
            <a:r>
              <a:rPr lang="en-US" sz="1200" dirty="0">
                <a:solidFill>
                  <a:srgbClr val="1A1A1A"/>
                </a:solidFill>
                <a:latin typeface="e-Ukraine" panose="00000500000000000000" pitchFamily="50" charset="-52"/>
              </a:rPr>
              <a:t> </a:t>
            </a:r>
            <a:r>
              <a:rPr lang="en-US" sz="1200" dirty="0" err="1">
                <a:solidFill>
                  <a:srgbClr val="1A1A1A"/>
                </a:solidFill>
                <a:latin typeface="e-Ukraine" panose="00000500000000000000" pitchFamily="50" charset="-52"/>
              </a:rPr>
              <a:t>elit</a:t>
            </a:r>
            <a:r>
              <a:rPr lang="uk-UA" sz="1200" dirty="0">
                <a:solidFill>
                  <a:srgbClr val="1A1A1A"/>
                </a:solidFill>
                <a:latin typeface="e-Ukraine" panose="00000500000000000000" pitchFamily="50" charset="-52"/>
              </a:rPr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uk-UA" sz="1200" dirty="0">
                <a:solidFill>
                  <a:srgbClr val="1A1A1A"/>
                </a:solidFill>
                <a:latin typeface="e-Ukraine" panose="00000500000000000000" pitchFamily="50" charset="-52"/>
              </a:rPr>
              <a:t>Або </a:t>
            </a:r>
            <a:r>
              <a:rPr lang="en-US" sz="1200" dirty="0">
                <a:solidFill>
                  <a:srgbClr val="1A1A1A"/>
                </a:solidFill>
                <a:latin typeface="e-Ukraine" panose="00000500000000000000" pitchFamily="50" charset="-52"/>
              </a:rPr>
              <a:t>d diam </a:t>
            </a:r>
            <a:r>
              <a:rPr lang="en-US" sz="1200" dirty="0" err="1">
                <a:solidFill>
                  <a:srgbClr val="1A1A1A"/>
                </a:solidFill>
                <a:latin typeface="e-Ukraine" panose="00000500000000000000" pitchFamily="50" charset="-52"/>
              </a:rPr>
              <a:t>nonummy</a:t>
            </a:r>
            <a:r>
              <a:rPr lang="en-US" sz="1200" dirty="0">
                <a:solidFill>
                  <a:srgbClr val="1A1A1A"/>
                </a:solidFill>
                <a:latin typeface="e-Ukraine" panose="00000500000000000000" pitchFamily="50" charset="-52"/>
              </a:rPr>
              <a:t> </a:t>
            </a:r>
            <a:r>
              <a:rPr lang="en-US" sz="1200" dirty="0" err="1">
                <a:solidFill>
                  <a:srgbClr val="1A1A1A"/>
                </a:solidFill>
                <a:latin typeface="e-Ukraine" panose="00000500000000000000" pitchFamily="50" charset="-52"/>
              </a:rPr>
              <a:t>nibh</a:t>
            </a:r>
            <a:r>
              <a:rPr lang="en-US" sz="1200" dirty="0">
                <a:solidFill>
                  <a:srgbClr val="1A1A1A"/>
                </a:solidFill>
                <a:latin typeface="e-Ukraine" panose="00000500000000000000" pitchFamily="50" charset="-52"/>
              </a:rPr>
              <a:t> </a:t>
            </a:r>
            <a:r>
              <a:rPr lang="en-US" sz="1200" dirty="0" err="1">
                <a:solidFill>
                  <a:srgbClr val="1A1A1A"/>
                </a:solidFill>
                <a:latin typeface="e-Ukraine" panose="00000500000000000000" pitchFamily="50" charset="-52"/>
              </a:rPr>
              <a:t>euismod</a:t>
            </a:r>
            <a:r>
              <a:rPr lang="en-US" sz="1200" dirty="0">
                <a:solidFill>
                  <a:srgbClr val="1A1A1A"/>
                </a:solidFill>
                <a:latin typeface="e-Ukraine" panose="00000500000000000000" pitchFamily="50" charset="-52"/>
              </a:rPr>
              <a:t> </a:t>
            </a:r>
            <a:r>
              <a:rPr lang="en-US" sz="1200" dirty="0" err="1">
                <a:solidFill>
                  <a:srgbClr val="1A1A1A"/>
                </a:solidFill>
                <a:latin typeface="e-Ukraine" panose="00000500000000000000" pitchFamily="50" charset="-52"/>
              </a:rPr>
              <a:t>tincidunt</a:t>
            </a:r>
            <a:r>
              <a:rPr lang="en-US" sz="1200" dirty="0">
                <a:solidFill>
                  <a:srgbClr val="1A1A1A"/>
                </a:solidFill>
                <a:latin typeface="e-Ukraine" panose="00000500000000000000" pitchFamily="50" charset="-52"/>
              </a:rPr>
              <a:t> </a:t>
            </a:r>
            <a:r>
              <a:rPr lang="en-US" sz="1200" dirty="0" err="1">
                <a:solidFill>
                  <a:srgbClr val="1A1A1A"/>
                </a:solidFill>
                <a:latin typeface="e-Ukraine" panose="00000500000000000000" pitchFamily="50" charset="-52"/>
              </a:rPr>
              <a:t>ut</a:t>
            </a:r>
            <a:r>
              <a:rPr lang="en-US" sz="1200" dirty="0">
                <a:solidFill>
                  <a:srgbClr val="1A1A1A"/>
                </a:solidFill>
                <a:latin typeface="e-Ukraine" panose="00000500000000000000" pitchFamily="50" charset="-52"/>
              </a:rPr>
              <a:t> </a:t>
            </a:r>
            <a:r>
              <a:rPr lang="en-US" sz="1200" dirty="0" err="1">
                <a:solidFill>
                  <a:srgbClr val="1A1A1A"/>
                </a:solidFill>
                <a:latin typeface="e-Ukraine" panose="00000500000000000000" pitchFamily="50" charset="-52"/>
              </a:rPr>
              <a:t>laoreet</a:t>
            </a:r>
            <a:r>
              <a:rPr lang="en-US" sz="1200" dirty="0">
                <a:solidFill>
                  <a:srgbClr val="1A1A1A"/>
                </a:solidFill>
                <a:latin typeface="e-Ukraine" panose="00000500000000000000" pitchFamily="50" charset="-52"/>
              </a:rPr>
              <a:t> dolore magna </a:t>
            </a:r>
            <a:r>
              <a:rPr lang="en-US" sz="1200" dirty="0" err="1">
                <a:solidFill>
                  <a:srgbClr val="1A1A1A"/>
                </a:solidFill>
                <a:latin typeface="e-Ukraine" panose="00000500000000000000" pitchFamily="50" charset="-52"/>
              </a:rPr>
              <a:t>aliquam</a:t>
            </a:r>
            <a:r>
              <a:rPr lang="en-US" sz="1200" dirty="0">
                <a:solidFill>
                  <a:srgbClr val="1A1A1A"/>
                </a:solidFill>
                <a:latin typeface="e-Ukraine" panose="00000500000000000000" pitchFamily="50" charset="-52"/>
              </a:rPr>
              <a:t> </a:t>
            </a:r>
            <a:r>
              <a:rPr lang="en-US" sz="1200" dirty="0" err="1">
                <a:solidFill>
                  <a:srgbClr val="1A1A1A"/>
                </a:solidFill>
                <a:latin typeface="e-Ukraine" panose="00000500000000000000" pitchFamily="50" charset="-52"/>
              </a:rPr>
              <a:t>erat</a:t>
            </a:r>
            <a:r>
              <a:rPr lang="en-US" sz="1200" dirty="0">
                <a:solidFill>
                  <a:srgbClr val="1A1A1A"/>
                </a:solidFill>
                <a:latin typeface="e-Ukraine" panose="00000500000000000000" pitchFamily="50" charset="-52"/>
              </a:rPr>
              <a:t> </a:t>
            </a:r>
            <a:r>
              <a:rPr lang="en-US" sz="1200" dirty="0" err="1">
                <a:solidFill>
                  <a:srgbClr val="1A1A1A"/>
                </a:solidFill>
                <a:latin typeface="e-Ukraine" panose="00000500000000000000" pitchFamily="50" charset="-52"/>
              </a:rPr>
              <a:t>volutpat</a:t>
            </a:r>
            <a:r>
              <a:rPr lang="en-US" sz="1200" dirty="0">
                <a:solidFill>
                  <a:srgbClr val="1A1A1A"/>
                </a:solidFill>
                <a:latin typeface="e-Ukraine" panose="00000500000000000000" pitchFamily="50" charset="-52"/>
              </a:rPr>
              <a:t>. </a:t>
            </a:r>
            <a:endParaRPr lang="uk-UA" sz="1200" dirty="0">
              <a:solidFill>
                <a:srgbClr val="1A1A1A"/>
              </a:solidFill>
              <a:latin typeface="e-Ukraine" panose="00000500000000000000" pitchFamily="50" charset="-52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uk-UA" sz="1200" dirty="0">
              <a:solidFill>
                <a:srgbClr val="1A1A1A"/>
              </a:solidFill>
              <a:latin typeface="e-Ukraine" panose="00000500000000000000" pitchFamily="50" charset="-52"/>
            </a:endParaRPr>
          </a:p>
          <a:p>
            <a:r>
              <a:rPr lang="uk-UA" sz="1200" dirty="0">
                <a:solidFill>
                  <a:srgbClr val="1A1A1A"/>
                </a:solidFill>
                <a:latin typeface="e-Ukraine" panose="00000500000000000000" pitchFamily="50" charset="-52"/>
              </a:rPr>
              <a:t>Блоки можуть бути зменшені по висоті. </a:t>
            </a:r>
          </a:p>
          <a:p>
            <a:r>
              <a:rPr lang="uk-UA" sz="1200" b="1" dirty="0">
                <a:solidFill>
                  <a:srgbClr val="1A1A1A"/>
                </a:solidFill>
                <a:latin typeface="e-Ukraine" panose="00000500000000000000" pitchFamily="50" charset="-52"/>
              </a:rPr>
              <a:t>Не рекомендовано змінювати ширину та розміщення блоків.</a:t>
            </a:r>
            <a:endParaRPr lang="en-US" sz="1200" b="1" dirty="0">
              <a:solidFill>
                <a:srgbClr val="1A1A1A"/>
              </a:solidFill>
              <a:latin typeface="e-Ukraine" panose="00000500000000000000" pitchFamily="50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35771584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3600E40B-B4A2-D901-3D09-D0FD41E8899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181873" y="197455"/>
            <a:ext cx="727811" cy="256081"/>
          </a:xfrm>
          <a:prstGeom prst="rect">
            <a:avLst/>
          </a:prstGeom>
        </p:spPr>
      </p:pic>
      <p:sp>
        <p:nvSpPr>
          <p:cNvPr id="6" name="Text 0">
            <a:extLst>
              <a:ext uri="{FF2B5EF4-FFF2-40B4-BE49-F238E27FC236}">
                <a16:creationId xmlns:a16="http://schemas.microsoft.com/office/drawing/2014/main" id="{F55F90BD-8DB5-AEA1-469E-085739EACA61}"/>
              </a:ext>
            </a:extLst>
          </p:cNvPr>
          <p:cNvSpPr/>
          <p:nvPr/>
        </p:nvSpPr>
        <p:spPr>
          <a:xfrm>
            <a:off x="234316" y="107731"/>
            <a:ext cx="5859133" cy="5780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uk-UA" sz="2000" kern="0" spc="-70" dirty="0">
                <a:solidFill>
                  <a:srgbClr val="1A1A1A"/>
                </a:solidFill>
                <a:latin typeface="e-Ukraine Head Bold" panose="00000800000000000000" pitchFamily="50" charset="-52"/>
                <a:ea typeface="e-Ukraine Head" pitchFamily="34" charset="-122"/>
                <a:cs typeface="e-Ukraine Head" pitchFamily="34" charset="-120"/>
              </a:rPr>
              <a:t>Заголовок слайду, </a:t>
            </a:r>
            <a:r>
              <a:rPr lang="uk-UA" sz="2000" kern="0" spc="-70" dirty="0">
                <a:solidFill>
                  <a:srgbClr val="1A1A1A"/>
                </a:solidFill>
                <a:latin typeface="e-Ukraine Head Bold" panose="00000800000000000000" pitchFamily="50" charset="-52"/>
              </a:rPr>
              <a:t>не більше 2 строк</a:t>
            </a:r>
            <a:br>
              <a:rPr lang="en-US" sz="2000" kern="0" spc="-70" dirty="0">
                <a:solidFill>
                  <a:srgbClr val="1A1A1A"/>
                </a:solidFill>
                <a:latin typeface="e-Ukraine Head Bold" panose="00000800000000000000" pitchFamily="50" charset="-52"/>
                <a:ea typeface="e-Ukraine Head" pitchFamily="34" charset="-122"/>
                <a:cs typeface="e-Ukraine Head" pitchFamily="34" charset="-120"/>
              </a:rPr>
            </a:br>
            <a:r>
              <a:rPr lang="uk-UA" sz="2000" kern="0" spc="-70" dirty="0">
                <a:solidFill>
                  <a:srgbClr val="1A1A1A"/>
                </a:solidFill>
                <a:latin typeface="e-Ukraine Head Bold" panose="00000800000000000000" pitchFamily="50" charset="-52"/>
                <a:ea typeface="e-Ukraine Head" pitchFamily="34" charset="-122"/>
                <a:cs typeface="e-Ukraine Head" pitchFamily="34" charset="-120"/>
              </a:rPr>
              <a:t>Шрифт </a:t>
            </a:r>
            <a:r>
              <a:rPr lang="en-US" sz="2000" kern="0" spc="-70" dirty="0">
                <a:solidFill>
                  <a:srgbClr val="1A1A1A"/>
                </a:solidFill>
                <a:latin typeface="e-Ukraine Head Bold" panose="00000800000000000000" pitchFamily="50" charset="-52"/>
                <a:ea typeface="e-Ukraine Head" pitchFamily="34" charset="-122"/>
                <a:cs typeface="e-Ukraine Head" pitchFamily="34" charset="-120"/>
              </a:rPr>
              <a:t>e-Ukraine</a:t>
            </a:r>
            <a:r>
              <a:rPr lang="uk-UA" sz="2000" kern="0" spc="-70" dirty="0">
                <a:solidFill>
                  <a:srgbClr val="1A1A1A"/>
                </a:solidFill>
                <a:latin typeface="e-Ukraine Head Bold" panose="00000800000000000000" pitchFamily="50" charset="-52"/>
                <a:ea typeface="e-Ukraine Head" pitchFamily="34" charset="-122"/>
                <a:cs typeface="e-Ukraine Head" pitchFamily="34" charset="-120"/>
              </a:rPr>
              <a:t> </a:t>
            </a:r>
            <a:r>
              <a:rPr lang="en-US" sz="2000" kern="0" spc="-70" dirty="0">
                <a:solidFill>
                  <a:srgbClr val="1A1A1A"/>
                </a:solidFill>
                <a:latin typeface="e-Ukraine Head Bold" panose="00000800000000000000" pitchFamily="50" charset="-52"/>
                <a:ea typeface="e-Ukraine Head" pitchFamily="34" charset="-122"/>
                <a:cs typeface="e-Ukraine Head" pitchFamily="34" charset="-120"/>
              </a:rPr>
              <a:t>Head Bold </a:t>
            </a:r>
            <a:r>
              <a:rPr lang="uk-UA" sz="2000" kern="0" spc="-70" dirty="0">
                <a:solidFill>
                  <a:srgbClr val="1A1A1A"/>
                </a:solidFill>
                <a:latin typeface="e-Ukraine Head Bold" panose="00000800000000000000" pitchFamily="50" charset="-52"/>
                <a:ea typeface="e-Ukraine Head" pitchFamily="34" charset="-122"/>
                <a:cs typeface="e-Ukraine Head" pitchFamily="34" charset="-120"/>
              </a:rPr>
              <a:t>20 </a:t>
            </a:r>
            <a:r>
              <a:rPr lang="en-US" sz="2000" kern="0" spc="-70" dirty="0">
                <a:solidFill>
                  <a:srgbClr val="1A1A1A"/>
                </a:solidFill>
                <a:latin typeface="e-Ukraine Head Bold" panose="00000800000000000000" pitchFamily="50" charset="-52"/>
                <a:ea typeface="e-Ukraine Head" pitchFamily="34" charset="-122"/>
                <a:cs typeface="e-Ukraine Head" pitchFamily="34" charset="-120"/>
              </a:rPr>
              <a:t>pt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B95BAFEA-BC7A-2776-75B7-C381D15CE4A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90784" y="197455"/>
            <a:ext cx="1493513" cy="274319"/>
          </a:xfrm>
          <a:prstGeom prst="rect">
            <a:avLst/>
          </a:prstGeom>
        </p:spPr>
      </p:pic>
      <p:sp>
        <p:nvSpPr>
          <p:cNvPr id="15" name="Rectangle: Diagonal Corners Snipped 14">
            <a:extLst>
              <a:ext uri="{FF2B5EF4-FFF2-40B4-BE49-F238E27FC236}">
                <a16:creationId xmlns:a16="http://schemas.microsoft.com/office/drawing/2014/main" id="{5E0C505B-85B5-9B2B-E101-A17262A1A57C}"/>
              </a:ext>
            </a:extLst>
          </p:cNvPr>
          <p:cNvSpPr/>
          <p:nvPr/>
        </p:nvSpPr>
        <p:spPr>
          <a:xfrm>
            <a:off x="234316" y="862032"/>
            <a:ext cx="8675368" cy="3847531"/>
          </a:xfrm>
          <a:prstGeom prst="snip2DiagRect">
            <a:avLst>
              <a:gd name="adj1" fmla="val 0"/>
              <a:gd name="adj2" fmla="val 6412"/>
            </a:avLst>
          </a:prstGeom>
          <a:solidFill>
            <a:srgbClr val="90959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numCol="2" spcCol="274320" rtlCol="0" anchor="t"/>
          <a:lstStyle/>
          <a:p>
            <a:r>
              <a:rPr lang="uk-UA" sz="1200" b="1" dirty="0">
                <a:solidFill>
                  <a:srgbClr val="1A1A1A"/>
                </a:solidFill>
                <a:latin typeface="e-Ukraine" panose="00000500000000000000" pitchFamily="50" charset="-52"/>
              </a:rPr>
              <a:t>Заголовок блоку, Шрифт </a:t>
            </a:r>
            <a:r>
              <a:rPr lang="en-US" sz="1200" b="1" dirty="0">
                <a:solidFill>
                  <a:srgbClr val="1A1A1A"/>
                </a:solidFill>
                <a:latin typeface="e-Ukraine" panose="00000500000000000000" pitchFamily="50" charset="-52"/>
              </a:rPr>
              <a:t>e-Ukraine Bold </a:t>
            </a:r>
            <a:r>
              <a:rPr lang="uk-UA" sz="1200" b="1" dirty="0">
                <a:solidFill>
                  <a:srgbClr val="1A1A1A"/>
                </a:solidFill>
                <a:latin typeface="e-Ukraine" panose="00000500000000000000" pitchFamily="50" charset="-52"/>
              </a:rPr>
              <a:t>12</a:t>
            </a:r>
            <a:r>
              <a:rPr lang="en-US" sz="1200" b="1" dirty="0">
                <a:solidFill>
                  <a:srgbClr val="1A1A1A"/>
                </a:solidFill>
                <a:latin typeface="e-Ukraine" panose="00000500000000000000" pitchFamily="50" charset="-52"/>
              </a:rPr>
              <a:t> pt</a:t>
            </a:r>
            <a:endParaRPr lang="uk-UA" sz="1200" b="1" dirty="0">
              <a:solidFill>
                <a:srgbClr val="1A1A1A"/>
              </a:solidFill>
              <a:latin typeface="e-Ukraine" panose="00000500000000000000" pitchFamily="50" charset="-52"/>
            </a:endParaRPr>
          </a:p>
          <a:p>
            <a:endParaRPr lang="uk-UA" sz="1200" dirty="0">
              <a:solidFill>
                <a:srgbClr val="1A1A1A"/>
              </a:solidFill>
              <a:latin typeface="e-Ukraine" panose="00000500000000000000" pitchFamily="50" charset="-52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uk-UA" sz="1200" dirty="0">
                <a:solidFill>
                  <a:srgbClr val="1A1A1A"/>
                </a:solidFill>
                <a:latin typeface="e-Ukraine" panose="00000500000000000000" pitchFamily="50" charset="-52"/>
              </a:rPr>
              <a:t>Основний текст блоку зі списком, Шрифт </a:t>
            </a:r>
            <a:r>
              <a:rPr lang="en-US" sz="1200" dirty="0">
                <a:solidFill>
                  <a:srgbClr val="1A1A1A"/>
                </a:solidFill>
                <a:latin typeface="e-Ukraine" panose="00000500000000000000" pitchFamily="50" charset="-52"/>
              </a:rPr>
              <a:t>e-Ukraine </a:t>
            </a:r>
            <a:r>
              <a:rPr lang="uk-UA" sz="1200" dirty="0">
                <a:solidFill>
                  <a:srgbClr val="1A1A1A"/>
                </a:solidFill>
                <a:latin typeface="e-Ukraine" panose="00000500000000000000" pitchFamily="50" charset="-52"/>
              </a:rPr>
              <a:t>10-12</a:t>
            </a:r>
            <a:r>
              <a:rPr lang="en-US" sz="1200" dirty="0">
                <a:solidFill>
                  <a:srgbClr val="1A1A1A"/>
                </a:solidFill>
                <a:latin typeface="e-Ukraine" panose="00000500000000000000" pitchFamily="50" charset="-52"/>
              </a:rPr>
              <a:t> pt</a:t>
            </a:r>
            <a:r>
              <a:rPr lang="uk-UA" sz="1200" dirty="0">
                <a:solidFill>
                  <a:srgbClr val="1A1A1A"/>
                </a:solidFill>
                <a:latin typeface="e-Ukraine" panose="00000500000000000000" pitchFamily="50" charset="-52"/>
              </a:rPr>
              <a:t>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uk-UA" sz="1200" dirty="0">
                <a:solidFill>
                  <a:srgbClr val="1A1A1A"/>
                </a:solidFill>
                <a:latin typeface="e-Ukraine" panose="00000500000000000000" pitchFamily="50" charset="-52"/>
              </a:rPr>
              <a:t>Наприклад </a:t>
            </a:r>
            <a:r>
              <a:rPr lang="en-US" sz="1200" dirty="0">
                <a:solidFill>
                  <a:srgbClr val="1A1A1A"/>
                </a:solidFill>
                <a:latin typeface="e-Ukraine" panose="00000500000000000000" pitchFamily="50" charset="-52"/>
              </a:rPr>
              <a:t>Lorem ipsum dolor sit </a:t>
            </a:r>
            <a:r>
              <a:rPr lang="en-US" sz="1200" dirty="0" err="1">
                <a:solidFill>
                  <a:srgbClr val="1A1A1A"/>
                </a:solidFill>
                <a:latin typeface="e-Ukraine" panose="00000500000000000000" pitchFamily="50" charset="-52"/>
              </a:rPr>
              <a:t>amet</a:t>
            </a:r>
            <a:r>
              <a:rPr lang="en-US" sz="1200" dirty="0">
                <a:solidFill>
                  <a:srgbClr val="1A1A1A"/>
                </a:solidFill>
                <a:latin typeface="e-Ukraine" panose="00000500000000000000" pitchFamily="50" charset="-52"/>
              </a:rPr>
              <a:t>, </a:t>
            </a:r>
            <a:r>
              <a:rPr lang="en-US" sz="1200" dirty="0" err="1">
                <a:solidFill>
                  <a:srgbClr val="1A1A1A"/>
                </a:solidFill>
                <a:latin typeface="e-Ukraine" panose="00000500000000000000" pitchFamily="50" charset="-52"/>
              </a:rPr>
              <a:t>consectetuer</a:t>
            </a:r>
            <a:r>
              <a:rPr lang="en-US" sz="1200" dirty="0">
                <a:solidFill>
                  <a:srgbClr val="1A1A1A"/>
                </a:solidFill>
                <a:latin typeface="e-Ukraine" panose="00000500000000000000" pitchFamily="50" charset="-52"/>
              </a:rPr>
              <a:t> </a:t>
            </a:r>
            <a:r>
              <a:rPr lang="en-US" sz="1200" dirty="0" err="1">
                <a:solidFill>
                  <a:srgbClr val="1A1A1A"/>
                </a:solidFill>
                <a:latin typeface="e-Ukraine" panose="00000500000000000000" pitchFamily="50" charset="-52"/>
              </a:rPr>
              <a:t>adipiscing</a:t>
            </a:r>
            <a:r>
              <a:rPr lang="en-US" sz="1200" dirty="0">
                <a:solidFill>
                  <a:srgbClr val="1A1A1A"/>
                </a:solidFill>
                <a:latin typeface="e-Ukraine" panose="00000500000000000000" pitchFamily="50" charset="-52"/>
              </a:rPr>
              <a:t> </a:t>
            </a:r>
            <a:r>
              <a:rPr lang="en-US" sz="1200" dirty="0" err="1">
                <a:solidFill>
                  <a:srgbClr val="1A1A1A"/>
                </a:solidFill>
                <a:latin typeface="e-Ukraine" panose="00000500000000000000" pitchFamily="50" charset="-52"/>
              </a:rPr>
              <a:t>elit</a:t>
            </a:r>
            <a:r>
              <a:rPr lang="en-US" sz="1200" dirty="0">
                <a:solidFill>
                  <a:srgbClr val="1A1A1A"/>
                </a:solidFill>
                <a:latin typeface="e-Ukraine" panose="00000500000000000000" pitchFamily="50" charset="-52"/>
              </a:rPr>
              <a:t>, sed diam </a:t>
            </a:r>
            <a:r>
              <a:rPr lang="en-US" sz="1200" dirty="0" err="1">
                <a:solidFill>
                  <a:srgbClr val="1A1A1A"/>
                </a:solidFill>
                <a:latin typeface="e-Ukraine" panose="00000500000000000000" pitchFamily="50" charset="-52"/>
              </a:rPr>
              <a:t>nonummy</a:t>
            </a:r>
            <a:r>
              <a:rPr lang="en-US" sz="1200" dirty="0">
                <a:solidFill>
                  <a:srgbClr val="1A1A1A"/>
                </a:solidFill>
                <a:latin typeface="e-Ukraine" panose="00000500000000000000" pitchFamily="50" charset="-52"/>
              </a:rPr>
              <a:t> </a:t>
            </a:r>
            <a:r>
              <a:rPr lang="en-US" sz="1200" dirty="0" err="1">
                <a:solidFill>
                  <a:srgbClr val="1A1A1A"/>
                </a:solidFill>
                <a:latin typeface="e-Ukraine" panose="00000500000000000000" pitchFamily="50" charset="-52"/>
              </a:rPr>
              <a:t>nibh</a:t>
            </a:r>
            <a:r>
              <a:rPr lang="en-US" sz="1200" dirty="0">
                <a:solidFill>
                  <a:srgbClr val="1A1A1A"/>
                </a:solidFill>
                <a:latin typeface="e-Ukraine" panose="00000500000000000000" pitchFamily="50" charset="-52"/>
              </a:rPr>
              <a:t> </a:t>
            </a:r>
            <a:r>
              <a:rPr lang="en-US" sz="1200" dirty="0" err="1">
                <a:solidFill>
                  <a:srgbClr val="1A1A1A"/>
                </a:solidFill>
                <a:latin typeface="e-Ukraine" panose="00000500000000000000" pitchFamily="50" charset="-52"/>
              </a:rPr>
              <a:t>euismod</a:t>
            </a:r>
            <a:r>
              <a:rPr lang="en-US" sz="1200" dirty="0">
                <a:solidFill>
                  <a:srgbClr val="1A1A1A"/>
                </a:solidFill>
                <a:latin typeface="e-Ukraine" panose="00000500000000000000" pitchFamily="50" charset="-52"/>
              </a:rPr>
              <a:t> </a:t>
            </a:r>
            <a:r>
              <a:rPr lang="en-US" sz="1200" dirty="0" err="1">
                <a:solidFill>
                  <a:srgbClr val="1A1A1A"/>
                </a:solidFill>
                <a:latin typeface="e-Ukraine" panose="00000500000000000000" pitchFamily="50" charset="-52"/>
              </a:rPr>
              <a:t>tincidunt</a:t>
            </a:r>
            <a:r>
              <a:rPr lang="en-US" sz="1200" dirty="0">
                <a:solidFill>
                  <a:srgbClr val="1A1A1A"/>
                </a:solidFill>
                <a:latin typeface="e-Ukraine" panose="00000500000000000000" pitchFamily="50" charset="-52"/>
              </a:rPr>
              <a:t> </a:t>
            </a:r>
            <a:r>
              <a:rPr lang="en-US" sz="1200" dirty="0" err="1">
                <a:solidFill>
                  <a:srgbClr val="1A1A1A"/>
                </a:solidFill>
                <a:latin typeface="e-Ukraine" panose="00000500000000000000" pitchFamily="50" charset="-52"/>
              </a:rPr>
              <a:t>ut</a:t>
            </a:r>
            <a:r>
              <a:rPr lang="en-US" sz="1200" dirty="0">
                <a:solidFill>
                  <a:srgbClr val="1A1A1A"/>
                </a:solidFill>
                <a:latin typeface="e-Ukraine" panose="00000500000000000000" pitchFamily="50" charset="-52"/>
              </a:rPr>
              <a:t> </a:t>
            </a:r>
            <a:r>
              <a:rPr lang="en-US" sz="1200" dirty="0" err="1">
                <a:solidFill>
                  <a:srgbClr val="1A1A1A"/>
                </a:solidFill>
                <a:latin typeface="e-Ukraine" panose="00000500000000000000" pitchFamily="50" charset="-52"/>
              </a:rPr>
              <a:t>laoreet</a:t>
            </a:r>
            <a:r>
              <a:rPr lang="en-US" sz="1200" dirty="0">
                <a:solidFill>
                  <a:srgbClr val="1A1A1A"/>
                </a:solidFill>
                <a:latin typeface="e-Ukraine" panose="00000500000000000000" pitchFamily="50" charset="-52"/>
              </a:rPr>
              <a:t> dolore magna </a:t>
            </a:r>
            <a:r>
              <a:rPr lang="en-US" sz="1200" dirty="0" err="1">
                <a:solidFill>
                  <a:srgbClr val="1A1A1A"/>
                </a:solidFill>
                <a:latin typeface="e-Ukraine" panose="00000500000000000000" pitchFamily="50" charset="-52"/>
              </a:rPr>
              <a:t>aliquam</a:t>
            </a:r>
            <a:r>
              <a:rPr lang="en-US" sz="1200" dirty="0">
                <a:solidFill>
                  <a:srgbClr val="1A1A1A"/>
                </a:solidFill>
                <a:latin typeface="e-Ukraine" panose="00000500000000000000" pitchFamily="50" charset="-52"/>
              </a:rPr>
              <a:t> </a:t>
            </a:r>
            <a:r>
              <a:rPr lang="en-US" sz="1200" dirty="0" err="1">
                <a:solidFill>
                  <a:srgbClr val="1A1A1A"/>
                </a:solidFill>
                <a:latin typeface="e-Ukraine" panose="00000500000000000000" pitchFamily="50" charset="-52"/>
              </a:rPr>
              <a:t>erat</a:t>
            </a:r>
            <a:r>
              <a:rPr lang="en-US" sz="1200" dirty="0">
                <a:solidFill>
                  <a:srgbClr val="1A1A1A"/>
                </a:solidFill>
                <a:latin typeface="e-Ukraine" panose="00000500000000000000" pitchFamily="50" charset="-52"/>
              </a:rPr>
              <a:t> </a:t>
            </a:r>
            <a:r>
              <a:rPr lang="en-US" sz="1200" dirty="0" err="1">
                <a:solidFill>
                  <a:srgbClr val="1A1A1A"/>
                </a:solidFill>
                <a:latin typeface="e-Ukraine" panose="00000500000000000000" pitchFamily="50" charset="-52"/>
              </a:rPr>
              <a:t>volutpat</a:t>
            </a:r>
            <a:r>
              <a:rPr lang="en-US" sz="1200" dirty="0">
                <a:solidFill>
                  <a:srgbClr val="1A1A1A"/>
                </a:solidFill>
                <a:latin typeface="e-Ukraine" panose="00000500000000000000" pitchFamily="50" charset="-52"/>
              </a:rPr>
              <a:t>. </a:t>
            </a:r>
            <a:endParaRPr lang="uk-UA" sz="1200" dirty="0">
              <a:solidFill>
                <a:srgbClr val="1A1A1A"/>
              </a:solidFill>
              <a:latin typeface="e-Ukraine" panose="00000500000000000000" pitchFamily="50" charset="-52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1A1A1A"/>
                </a:solidFill>
                <a:latin typeface="e-Ukraine" panose="00000500000000000000" pitchFamily="50" charset="-52"/>
              </a:rPr>
              <a:t>Ut </a:t>
            </a:r>
            <a:r>
              <a:rPr lang="en-US" sz="1200" dirty="0" err="1">
                <a:solidFill>
                  <a:srgbClr val="1A1A1A"/>
                </a:solidFill>
                <a:latin typeface="e-Ukraine" panose="00000500000000000000" pitchFamily="50" charset="-52"/>
              </a:rPr>
              <a:t>wisi</a:t>
            </a:r>
            <a:r>
              <a:rPr lang="en-US" sz="1200" dirty="0">
                <a:solidFill>
                  <a:srgbClr val="1A1A1A"/>
                </a:solidFill>
                <a:latin typeface="e-Ukraine" panose="00000500000000000000" pitchFamily="50" charset="-52"/>
              </a:rPr>
              <a:t> </a:t>
            </a:r>
            <a:r>
              <a:rPr lang="en-US" sz="1200" dirty="0" err="1">
                <a:solidFill>
                  <a:srgbClr val="1A1A1A"/>
                </a:solidFill>
                <a:latin typeface="e-Ukraine" panose="00000500000000000000" pitchFamily="50" charset="-52"/>
              </a:rPr>
              <a:t>enim</a:t>
            </a:r>
            <a:r>
              <a:rPr lang="en-US" sz="1200" dirty="0">
                <a:solidFill>
                  <a:srgbClr val="1A1A1A"/>
                </a:solidFill>
                <a:latin typeface="e-Ukraine" panose="00000500000000000000" pitchFamily="50" charset="-52"/>
              </a:rPr>
              <a:t> ad minim </a:t>
            </a:r>
            <a:r>
              <a:rPr lang="en-US" sz="1200" dirty="0" err="1">
                <a:solidFill>
                  <a:srgbClr val="1A1A1A"/>
                </a:solidFill>
                <a:latin typeface="e-Ukraine" panose="00000500000000000000" pitchFamily="50" charset="-52"/>
              </a:rPr>
              <a:t>veniam</a:t>
            </a:r>
            <a:r>
              <a:rPr lang="en-US" sz="1200" dirty="0">
                <a:solidFill>
                  <a:srgbClr val="1A1A1A"/>
                </a:solidFill>
                <a:latin typeface="e-Ukraine" panose="00000500000000000000" pitchFamily="50" charset="-52"/>
              </a:rPr>
              <a:t>, </a:t>
            </a:r>
            <a:r>
              <a:rPr lang="en-US" sz="1200" dirty="0" err="1">
                <a:solidFill>
                  <a:srgbClr val="1A1A1A"/>
                </a:solidFill>
                <a:latin typeface="e-Ukraine" panose="00000500000000000000" pitchFamily="50" charset="-52"/>
              </a:rPr>
              <a:t>quis</a:t>
            </a:r>
            <a:r>
              <a:rPr lang="en-US" sz="1200" dirty="0">
                <a:solidFill>
                  <a:srgbClr val="1A1A1A"/>
                </a:solidFill>
                <a:latin typeface="e-Ukraine" panose="00000500000000000000" pitchFamily="50" charset="-52"/>
              </a:rPr>
              <a:t> </a:t>
            </a:r>
            <a:r>
              <a:rPr lang="en-US" sz="1200" dirty="0" err="1">
                <a:solidFill>
                  <a:srgbClr val="1A1A1A"/>
                </a:solidFill>
                <a:latin typeface="e-Ukraine" panose="00000500000000000000" pitchFamily="50" charset="-52"/>
              </a:rPr>
              <a:t>nostrud</a:t>
            </a:r>
            <a:r>
              <a:rPr lang="en-US" sz="1200" dirty="0">
                <a:solidFill>
                  <a:srgbClr val="1A1A1A"/>
                </a:solidFill>
                <a:latin typeface="e-Ukraine" panose="00000500000000000000" pitchFamily="50" charset="-52"/>
              </a:rPr>
              <a:t> </a:t>
            </a:r>
            <a:r>
              <a:rPr lang="en-US" sz="1200" dirty="0" err="1">
                <a:solidFill>
                  <a:srgbClr val="1A1A1A"/>
                </a:solidFill>
                <a:latin typeface="e-Ukraine" panose="00000500000000000000" pitchFamily="50" charset="-52"/>
              </a:rPr>
              <a:t>exerci</a:t>
            </a:r>
            <a:r>
              <a:rPr lang="en-US" sz="1200" dirty="0">
                <a:solidFill>
                  <a:srgbClr val="1A1A1A"/>
                </a:solidFill>
                <a:latin typeface="e-Ukraine" panose="00000500000000000000" pitchFamily="50" charset="-52"/>
              </a:rPr>
              <a:t> </a:t>
            </a:r>
            <a:r>
              <a:rPr lang="en-US" sz="1200" dirty="0" err="1">
                <a:solidFill>
                  <a:srgbClr val="1A1A1A"/>
                </a:solidFill>
                <a:latin typeface="e-Ukraine" panose="00000500000000000000" pitchFamily="50" charset="-52"/>
              </a:rPr>
              <a:t>tation</a:t>
            </a:r>
            <a:r>
              <a:rPr lang="uk-UA" sz="1200" dirty="0">
                <a:solidFill>
                  <a:srgbClr val="1A1A1A"/>
                </a:solidFill>
                <a:latin typeface="e-Ukraine" panose="00000500000000000000" pitchFamily="50" charset="-52"/>
              </a:rPr>
              <a:t>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1A1A1A"/>
                </a:solidFill>
                <a:latin typeface="e-Ukraine" panose="00000500000000000000" pitchFamily="50" charset="-52"/>
              </a:rPr>
              <a:t>Lorem ipsum dolor sit </a:t>
            </a:r>
            <a:r>
              <a:rPr lang="en-US" sz="1200" dirty="0" err="1">
                <a:solidFill>
                  <a:srgbClr val="1A1A1A"/>
                </a:solidFill>
                <a:latin typeface="e-Ukraine" panose="00000500000000000000" pitchFamily="50" charset="-52"/>
              </a:rPr>
              <a:t>amet</a:t>
            </a:r>
            <a:r>
              <a:rPr lang="en-US" sz="1200" dirty="0">
                <a:solidFill>
                  <a:srgbClr val="1A1A1A"/>
                </a:solidFill>
                <a:latin typeface="e-Ukraine" panose="00000500000000000000" pitchFamily="50" charset="-52"/>
              </a:rPr>
              <a:t>, </a:t>
            </a:r>
            <a:r>
              <a:rPr lang="en-US" sz="1200" dirty="0" err="1">
                <a:solidFill>
                  <a:srgbClr val="1A1A1A"/>
                </a:solidFill>
                <a:latin typeface="e-Ukraine" panose="00000500000000000000" pitchFamily="50" charset="-52"/>
              </a:rPr>
              <a:t>consectetuer</a:t>
            </a:r>
            <a:r>
              <a:rPr lang="en-US" sz="1200" dirty="0">
                <a:solidFill>
                  <a:srgbClr val="1A1A1A"/>
                </a:solidFill>
                <a:latin typeface="e-Ukraine" panose="00000500000000000000" pitchFamily="50" charset="-52"/>
              </a:rPr>
              <a:t> </a:t>
            </a:r>
            <a:r>
              <a:rPr lang="en-US" sz="1200" dirty="0" err="1">
                <a:solidFill>
                  <a:srgbClr val="1A1A1A"/>
                </a:solidFill>
                <a:latin typeface="e-Ukraine" panose="00000500000000000000" pitchFamily="50" charset="-52"/>
              </a:rPr>
              <a:t>adipiscing</a:t>
            </a:r>
            <a:r>
              <a:rPr lang="en-US" sz="1200" dirty="0">
                <a:solidFill>
                  <a:srgbClr val="1A1A1A"/>
                </a:solidFill>
                <a:latin typeface="e-Ukraine" panose="00000500000000000000" pitchFamily="50" charset="-52"/>
              </a:rPr>
              <a:t> </a:t>
            </a:r>
            <a:r>
              <a:rPr lang="en-US" sz="1200" dirty="0" err="1">
                <a:solidFill>
                  <a:srgbClr val="1A1A1A"/>
                </a:solidFill>
                <a:latin typeface="e-Ukraine" panose="00000500000000000000" pitchFamily="50" charset="-52"/>
              </a:rPr>
              <a:t>elit</a:t>
            </a:r>
            <a:r>
              <a:rPr lang="en-US" sz="1200" dirty="0">
                <a:solidFill>
                  <a:srgbClr val="1A1A1A"/>
                </a:solidFill>
                <a:latin typeface="e-Ukraine" panose="00000500000000000000" pitchFamily="50" charset="-52"/>
              </a:rPr>
              <a:t>, sed diam </a:t>
            </a:r>
            <a:r>
              <a:rPr lang="en-US" sz="1200" dirty="0" err="1">
                <a:solidFill>
                  <a:srgbClr val="1A1A1A"/>
                </a:solidFill>
                <a:latin typeface="e-Ukraine" panose="00000500000000000000" pitchFamily="50" charset="-52"/>
              </a:rPr>
              <a:t>nonummy</a:t>
            </a:r>
            <a:r>
              <a:rPr lang="en-US" sz="1200" dirty="0">
                <a:solidFill>
                  <a:srgbClr val="1A1A1A"/>
                </a:solidFill>
                <a:latin typeface="e-Ukraine" panose="00000500000000000000" pitchFamily="50" charset="-52"/>
              </a:rPr>
              <a:t> </a:t>
            </a:r>
            <a:r>
              <a:rPr lang="en-US" sz="1200" dirty="0" err="1">
                <a:solidFill>
                  <a:srgbClr val="1A1A1A"/>
                </a:solidFill>
                <a:latin typeface="e-Ukraine" panose="00000500000000000000" pitchFamily="50" charset="-52"/>
              </a:rPr>
              <a:t>nibh</a:t>
            </a:r>
            <a:r>
              <a:rPr lang="en-US" sz="1200" dirty="0">
                <a:solidFill>
                  <a:srgbClr val="1A1A1A"/>
                </a:solidFill>
                <a:latin typeface="e-Ukraine" panose="00000500000000000000" pitchFamily="50" charset="-52"/>
              </a:rPr>
              <a:t> </a:t>
            </a:r>
            <a:r>
              <a:rPr lang="en-US" sz="1200" dirty="0" err="1">
                <a:solidFill>
                  <a:srgbClr val="1A1A1A"/>
                </a:solidFill>
                <a:latin typeface="e-Ukraine" panose="00000500000000000000" pitchFamily="50" charset="-52"/>
              </a:rPr>
              <a:t>euismod</a:t>
            </a:r>
            <a:r>
              <a:rPr lang="en-US" sz="1200" dirty="0">
                <a:solidFill>
                  <a:srgbClr val="1A1A1A"/>
                </a:solidFill>
                <a:latin typeface="e-Ukraine" panose="00000500000000000000" pitchFamily="50" charset="-52"/>
              </a:rPr>
              <a:t> </a:t>
            </a:r>
            <a:r>
              <a:rPr lang="en-US" sz="1200" dirty="0" err="1">
                <a:solidFill>
                  <a:srgbClr val="1A1A1A"/>
                </a:solidFill>
                <a:latin typeface="e-Ukraine" panose="00000500000000000000" pitchFamily="50" charset="-52"/>
              </a:rPr>
              <a:t>tincidunt</a:t>
            </a:r>
            <a:r>
              <a:rPr lang="en-US" sz="1200" dirty="0">
                <a:solidFill>
                  <a:srgbClr val="1A1A1A"/>
                </a:solidFill>
                <a:latin typeface="e-Ukraine" panose="00000500000000000000" pitchFamily="50" charset="-52"/>
              </a:rPr>
              <a:t> </a:t>
            </a:r>
            <a:r>
              <a:rPr lang="en-US" sz="1200" dirty="0" err="1">
                <a:solidFill>
                  <a:srgbClr val="1A1A1A"/>
                </a:solidFill>
                <a:latin typeface="e-Ukraine" panose="00000500000000000000" pitchFamily="50" charset="-52"/>
              </a:rPr>
              <a:t>ut</a:t>
            </a:r>
            <a:r>
              <a:rPr lang="en-US" sz="1200" dirty="0">
                <a:solidFill>
                  <a:srgbClr val="1A1A1A"/>
                </a:solidFill>
                <a:latin typeface="e-Ukraine" panose="00000500000000000000" pitchFamily="50" charset="-52"/>
              </a:rPr>
              <a:t> </a:t>
            </a:r>
            <a:r>
              <a:rPr lang="en-US" sz="1200" dirty="0" err="1">
                <a:solidFill>
                  <a:srgbClr val="1A1A1A"/>
                </a:solidFill>
                <a:latin typeface="e-Ukraine" panose="00000500000000000000" pitchFamily="50" charset="-52"/>
              </a:rPr>
              <a:t>laoreet</a:t>
            </a:r>
            <a:r>
              <a:rPr lang="en-US" sz="1200" dirty="0">
                <a:solidFill>
                  <a:srgbClr val="1A1A1A"/>
                </a:solidFill>
                <a:latin typeface="e-Ukraine" panose="00000500000000000000" pitchFamily="50" charset="-52"/>
              </a:rPr>
              <a:t> dolore magna </a:t>
            </a:r>
            <a:r>
              <a:rPr lang="en-US" sz="1200" dirty="0" err="1">
                <a:solidFill>
                  <a:srgbClr val="1A1A1A"/>
                </a:solidFill>
                <a:latin typeface="e-Ukraine" panose="00000500000000000000" pitchFamily="50" charset="-52"/>
              </a:rPr>
              <a:t>aliquam</a:t>
            </a:r>
            <a:r>
              <a:rPr lang="en-US" sz="1200" dirty="0">
                <a:solidFill>
                  <a:srgbClr val="1A1A1A"/>
                </a:solidFill>
                <a:latin typeface="e-Ukraine" panose="00000500000000000000" pitchFamily="50" charset="-52"/>
              </a:rPr>
              <a:t> </a:t>
            </a:r>
            <a:r>
              <a:rPr lang="en-US" sz="1200" dirty="0" err="1">
                <a:solidFill>
                  <a:srgbClr val="1A1A1A"/>
                </a:solidFill>
                <a:latin typeface="e-Ukraine" panose="00000500000000000000" pitchFamily="50" charset="-52"/>
              </a:rPr>
              <a:t>erat</a:t>
            </a:r>
            <a:r>
              <a:rPr lang="en-US" sz="1200" dirty="0">
                <a:solidFill>
                  <a:srgbClr val="1A1A1A"/>
                </a:solidFill>
                <a:latin typeface="e-Ukraine" panose="00000500000000000000" pitchFamily="50" charset="-52"/>
              </a:rPr>
              <a:t> </a:t>
            </a:r>
            <a:r>
              <a:rPr lang="en-US" sz="1200" dirty="0" err="1">
                <a:solidFill>
                  <a:srgbClr val="1A1A1A"/>
                </a:solidFill>
                <a:latin typeface="e-Ukraine" panose="00000500000000000000" pitchFamily="50" charset="-52"/>
              </a:rPr>
              <a:t>volutpat</a:t>
            </a:r>
            <a:r>
              <a:rPr lang="en-US" sz="1200" dirty="0">
                <a:solidFill>
                  <a:srgbClr val="1A1A1A"/>
                </a:solidFill>
                <a:latin typeface="e-Ukraine" panose="00000500000000000000" pitchFamily="50" charset="-52"/>
              </a:rPr>
              <a:t>. </a:t>
            </a:r>
            <a:endParaRPr lang="uk-UA" sz="1200" dirty="0">
              <a:solidFill>
                <a:srgbClr val="1A1A1A"/>
              </a:solidFill>
              <a:latin typeface="e-Ukraine" panose="00000500000000000000" pitchFamily="50" charset="-52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1A1A1A"/>
                </a:solidFill>
                <a:latin typeface="e-Ukraine" panose="00000500000000000000" pitchFamily="50" charset="-52"/>
              </a:rPr>
              <a:t>Ut </a:t>
            </a:r>
            <a:r>
              <a:rPr lang="en-US" sz="1200" dirty="0" err="1">
                <a:solidFill>
                  <a:srgbClr val="1A1A1A"/>
                </a:solidFill>
                <a:latin typeface="e-Ukraine" panose="00000500000000000000" pitchFamily="50" charset="-52"/>
              </a:rPr>
              <a:t>wisi</a:t>
            </a:r>
            <a:r>
              <a:rPr lang="en-US" sz="1200" dirty="0">
                <a:solidFill>
                  <a:srgbClr val="1A1A1A"/>
                </a:solidFill>
                <a:latin typeface="e-Ukraine" panose="00000500000000000000" pitchFamily="50" charset="-52"/>
              </a:rPr>
              <a:t> </a:t>
            </a:r>
            <a:r>
              <a:rPr lang="en-US" sz="1200" dirty="0" err="1">
                <a:solidFill>
                  <a:srgbClr val="1A1A1A"/>
                </a:solidFill>
                <a:latin typeface="e-Ukraine" panose="00000500000000000000" pitchFamily="50" charset="-52"/>
              </a:rPr>
              <a:t>enim</a:t>
            </a:r>
            <a:r>
              <a:rPr lang="en-US" sz="1200" dirty="0">
                <a:solidFill>
                  <a:srgbClr val="1A1A1A"/>
                </a:solidFill>
                <a:latin typeface="e-Ukraine" panose="00000500000000000000" pitchFamily="50" charset="-52"/>
              </a:rPr>
              <a:t> ad minim </a:t>
            </a:r>
            <a:r>
              <a:rPr lang="en-US" sz="1200" dirty="0" err="1">
                <a:solidFill>
                  <a:srgbClr val="1A1A1A"/>
                </a:solidFill>
                <a:latin typeface="e-Ukraine" panose="00000500000000000000" pitchFamily="50" charset="-52"/>
              </a:rPr>
              <a:t>veniam</a:t>
            </a:r>
            <a:r>
              <a:rPr lang="en-US" sz="1200" dirty="0">
                <a:solidFill>
                  <a:srgbClr val="1A1A1A"/>
                </a:solidFill>
                <a:latin typeface="e-Ukraine" panose="00000500000000000000" pitchFamily="50" charset="-52"/>
              </a:rPr>
              <a:t>, </a:t>
            </a:r>
            <a:r>
              <a:rPr lang="en-US" sz="1200" dirty="0" err="1">
                <a:solidFill>
                  <a:srgbClr val="1A1A1A"/>
                </a:solidFill>
                <a:latin typeface="e-Ukraine" panose="00000500000000000000" pitchFamily="50" charset="-52"/>
              </a:rPr>
              <a:t>quis</a:t>
            </a:r>
            <a:r>
              <a:rPr lang="en-US" sz="1200" dirty="0">
                <a:solidFill>
                  <a:srgbClr val="1A1A1A"/>
                </a:solidFill>
                <a:latin typeface="e-Ukraine" panose="00000500000000000000" pitchFamily="50" charset="-52"/>
              </a:rPr>
              <a:t> </a:t>
            </a:r>
            <a:r>
              <a:rPr lang="en-US" sz="1200" dirty="0" err="1">
                <a:solidFill>
                  <a:srgbClr val="1A1A1A"/>
                </a:solidFill>
                <a:latin typeface="e-Ukraine" panose="00000500000000000000" pitchFamily="50" charset="-52"/>
              </a:rPr>
              <a:t>nostrud</a:t>
            </a:r>
            <a:r>
              <a:rPr lang="en-US" sz="1200" dirty="0">
                <a:solidFill>
                  <a:srgbClr val="1A1A1A"/>
                </a:solidFill>
                <a:latin typeface="e-Ukraine" panose="00000500000000000000" pitchFamily="50" charset="-52"/>
              </a:rPr>
              <a:t> </a:t>
            </a:r>
            <a:r>
              <a:rPr lang="en-US" sz="1200" dirty="0" err="1">
                <a:solidFill>
                  <a:srgbClr val="1A1A1A"/>
                </a:solidFill>
                <a:latin typeface="e-Ukraine" panose="00000500000000000000" pitchFamily="50" charset="-52"/>
              </a:rPr>
              <a:t>exerci</a:t>
            </a:r>
            <a:r>
              <a:rPr lang="en-US" sz="1200" dirty="0">
                <a:solidFill>
                  <a:srgbClr val="1A1A1A"/>
                </a:solidFill>
                <a:latin typeface="e-Ukraine" panose="00000500000000000000" pitchFamily="50" charset="-52"/>
              </a:rPr>
              <a:t> </a:t>
            </a:r>
            <a:r>
              <a:rPr lang="en-US" sz="1200" dirty="0" err="1">
                <a:solidFill>
                  <a:srgbClr val="1A1A1A"/>
                </a:solidFill>
                <a:latin typeface="e-Ukraine" panose="00000500000000000000" pitchFamily="50" charset="-52"/>
              </a:rPr>
              <a:t>tation</a:t>
            </a:r>
            <a:r>
              <a:rPr lang="uk-UA" sz="1200" dirty="0">
                <a:solidFill>
                  <a:srgbClr val="1A1A1A"/>
                </a:solidFill>
                <a:latin typeface="e-Ukraine" panose="00000500000000000000" pitchFamily="50" charset="-52"/>
              </a:rPr>
              <a:t>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1A1A1A"/>
                </a:solidFill>
                <a:latin typeface="e-Ukraine" panose="00000500000000000000" pitchFamily="50" charset="-52"/>
              </a:rPr>
              <a:t>Lorem ipsum dolor sit </a:t>
            </a:r>
            <a:r>
              <a:rPr lang="en-US" sz="1200" dirty="0" err="1">
                <a:solidFill>
                  <a:srgbClr val="1A1A1A"/>
                </a:solidFill>
                <a:latin typeface="e-Ukraine" panose="00000500000000000000" pitchFamily="50" charset="-52"/>
              </a:rPr>
              <a:t>amet</a:t>
            </a:r>
            <a:r>
              <a:rPr lang="en-US" sz="1200" dirty="0">
                <a:solidFill>
                  <a:srgbClr val="1A1A1A"/>
                </a:solidFill>
                <a:latin typeface="e-Ukraine" panose="00000500000000000000" pitchFamily="50" charset="-52"/>
              </a:rPr>
              <a:t>, </a:t>
            </a:r>
            <a:r>
              <a:rPr lang="en-US" sz="1200" dirty="0" err="1">
                <a:solidFill>
                  <a:srgbClr val="1A1A1A"/>
                </a:solidFill>
                <a:latin typeface="e-Ukraine" panose="00000500000000000000" pitchFamily="50" charset="-52"/>
              </a:rPr>
              <a:t>consectetuer</a:t>
            </a:r>
            <a:r>
              <a:rPr lang="en-US" sz="1200" dirty="0">
                <a:solidFill>
                  <a:srgbClr val="1A1A1A"/>
                </a:solidFill>
                <a:latin typeface="e-Ukraine" panose="00000500000000000000" pitchFamily="50" charset="-52"/>
              </a:rPr>
              <a:t> </a:t>
            </a:r>
            <a:r>
              <a:rPr lang="en-US" sz="1200" dirty="0" err="1">
                <a:solidFill>
                  <a:srgbClr val="1A1A1A"/>
                </a:solidFill>
                <a:latin typeface="e-Ukraine" panose="00000500000000000000" pitchFamily="50" charset="-52"/>
              </a:rPr>
              <a:t>adipiscing</a:t>
            </a:r>
            <a:r>
              <a:rPr lang="en-US" sz="1200" dirty="0">
                <a:solidFill>
                  <a:srgbClr val="1A1A1A"/>
                </a:solidFill>
                <a:latin typeface="e-Ukraine" panose="00000500000000000000" pitchFamily="50" charset="-52"/>
              </a:rPr>
              <a:t> </a:t>
            </a:r>
            <a:r>
              <a:rPr lang="en-US" sz="1200" dirty="0" err="1">
                <a:solidFill>
                  <a:srgbClr val="1A1A1A"/>
                </a:solidFill>
                <a:latin typeface="e-Ukraine" panose="00000500000000000000" pitchFamily="50" charset="-52"/>
              </a:rPr>
              <a:t>elit</a:t>
            </a:r>
            <a:r>
              <a:rPr lang="en-US" sz="1200" dirty="0">
                <a:solidFill>
                  <a:srgbClr val="1A1A1A"/>
                </a:solidFill>
                <a:latin typeface="e-Ukraine" panose="00000500000000000000" pitchFamily="50" charset="-52"/>
              </a:rPr>
              <a:t>, sed diam </a:t>
            </a:r>
            <a:r>
              <a:rPr lang="en-US" sz="1200" dirty="0" err="1">
                <a:solidFill>
                  <a:srgbClr val="1A1A1A"/>
                </a:solidFill>
                <a:latin typeface="e-Ukraine" panose="00000500000000000000" pitchFamily="50" charset="-52"/>
              </a:rPr>
              <a:t>nonummy</a:t>
            </a:r>
            <a:r>
              <a:rPr lang="en-US" sz="1200" dirty="0">
                <a:solidFill>
                  <a:srgbClr val="1A1A1A"/>
                </a:solidFill>
                <a:latin typeface="e-Ukraine" panose="00000500000000000000" pitchFamily="50" charset="-52"/>
              </a:rPr>
              <a:t> </a:t>
            </a:r>
            <a:r>
              <a:rPr lang="en-US" sz="1200" dirty="0" err="1">
                <a:solidFill>
                  <a:srgbClr val="1A1A1A"/>
                </a:solidFill>
                <a:latin typeface="e-Ukraine" panose="00000500000000000000" pitchFamily="50" charset="-52"/>
              </a:rPr>
              <a:t>nibh</a:t>
            </a:r>
            <a:r>
              <a:rPr lang="en-US" sz="1200" dirty="0">
                <a:solidFill>
                  <a:srgbClr val="1A1A1A"/>
                </a:solidFill>
                <a:latin typeface="e-Ukraine" panose="00000500000000000000" pitchFamily="50" charset="-52"/>
              </a:rPr>
              <a:t> </a:t>
            </a:r>
            <a:r>
              <a:rPr lang="en-US" sz="1200" dirty="0" err="1">
                <a:solidFill>
                  <a:srgbClr val="1A1A1A"/>
                </a:solidFill>
                <a:latin typeface="e-Ukraine" panose="00000500000000000000" pitchFamily="50" charset="-52"/>
              </a:rPr>
              <a:t>euismod</a:t>
            </a:r>
            <a:r>
              <a:rPr lang="en-US" sz="1200" dirty="0">
                <a:solidFill>
                  <a:srgbClr val="1A1A1A"/>
                </a:solidFill>
                <a:latin typeface="e-Ukraine" panose="00000500000000000000" pitchFamily="50" charset="-52"/>
              </a:rPr>
              <a:t> </a:t>
            </a:r>
            <a:r>
              <a:rPr lang="en-US" sz="1200" dirty="0" err="1">
                <a:solidFill>
                  <a:srgbClr val="1A1A1A"/>
                </a:solidFill>
                <a:latin typeface="e-Ukraine" panose="00000500000000000000" pitchFamily="50" charset="-52"/>
              </a:rPr>
              <a:t>tincidunt</a:t>
            </a:r>
            <a:r>
              <a:rPr lang="en-US" sz="1200" dirty="0">
                <a:solidFill>
                  <a:srgbClr val="1A1A1A"/>
                </a:solidFill>
                <a:latin typeface="e-Ukraine" panose="00000500000000000000" pitchFamily="50" charset="-52"/>
              </a:rPr>
              <a:t> </a:t>
            </a:r>
            <a:r>
              <a:rPr lang="en-US" sz="1200" dirty="0" err="1">
                <a:solidFill>
                  <a:srgbClr val="1A1A1A"/>
                </a:solidFill>
                <a:latin typeface="e-Ukraine" panose="00000500000000000000" pitchFamily="50" charset="-52"/>
              </a:rPr>
              <a:t>ut</a:t>
            </a:r>
            <a:r>
              <a:rPr lang="en-US" sz="1200" dirty="0">
                <a:solidFill>
                  <a:srgbClr val="1A1A1A"/>
                </a:solidFill>
                <a:latin typeface="e-Ukraine" panose="00000500000000000000" pitchFamily="50" charset="-52"/>
              </a:rPr>
              <a:t> </a:t>
            </a:r>
            <a:r>
              <a:rPr lang="en-US" sz="1200" dirty="0" err="1">
                <a:solidFill>
                  <a:srgbClr val="1A1A1A"/>
                </a:solidFill>
                <a:latin typeface="e-Ukraine" panose="00000500000000000000" pitchFamily="50" charset="-52"/>
              </a:rPr>
              <a:t>laoreet</a:t>
            </a:r>
            <a:r>
              <a:rPr lang="en-US" sz="1200" dirty="0">
                <a:solidFill>
                  <a:srgbClr val="1A1A1A"/>
                </a:solidFill>
                <a:latin typeface="e-Ukraine" panose="00000500000000000000" pitchFamily="50" charset="-52"/>
              </a:rPr>
              <a:t> dolore magna </a:t>
            </a:r>
            <a:r>
              <a:rPr lang="en-US" sz="1200" dirty="0" err="1">
                <a:solidFill>
                  <a:srgbClr val="1A1A1A"/>
                </a:solidFill>
                <a:latin typeface="e-Ukraine" panose="00000500000000000000" pitchFamily="50" charset="-52"/>
              </a:rPr>
              <a:t>aliquam</a:t>
            </a:r>
            <a:r>
              <a:rPr lang="en-US" sz="1200" dirty="0">
                <a:solidFill>
                  <a:srgbClr val="1A1A1A"/>
                </a:solidFill>
                <a:latin typeface="e-Ukraine" panose="00000500000000000000" pitchFamily="50" charset="-52"/>
              </a:rPr>
              <a:t> </a:t>
            </a:r>
            <a:r>
              <a:rPr lang="en-US" sz="1200" dirty="0" err="1">
                <a:solidFill>
                  <a:srgbClr val="1A1A1A"/>
                </a:solidFill>
                <a:latin typeface="e-Ukraine" panose="00000500000000000000" pitchFamily="50" charset="-52"/>
              </a:rPr>
              <a:t>erat</a:t>
            </a:r>
            <a:r>
              <a:rPr lang="en-US" sz="1200" dirty="0">
                <a:solidFill>
                  <a:srgbClr val="1A1A1A"/>
                </a:solidFill>
                <a:latin typeface="e-Ukraine" panose="00000500000000000000" pitchFamily="50" charset="-52"/>
              </a:rPr>
              <a:t> </a:t>
            </a:r>
            <a:r>
              <a:rPr lang="en-US" sz="1200" dirty="0" err="1">
                <a:solidFill>
                  <a:srgbClr val="1A1A1A"/>
                </a:solidFill>
                <a:latin typeface="e-Ukraine" panose="00000500000000000000" pitchFamily="50" charset="-52"/>
              </a:rPr>
              <a:t>volutpat</a:t>
            </a:r>
            <a:r>
              <a:rPr lang="en-US" sz="1200" dirty="0">
                <a:solidFill>
                  <a:srgbClr val="1A1A1A"/>
                </a:solidFill>
                <a:latin typeface="e-Ukraine" panose="00000500000000000000" pitchFamily="50" charset="-52"/>
              </a:rPr>
              <a:t>. </a:t>
            </a:r>
            <a:endParaRPr lang="uk-UA" sz="1200" dirty="0">
              <a:solidFill>
                <a:srgbClr val="1A1A1A"/>
              </a:solidFill>
              <a:latin typeface="e-Ukraine" panose="00000500000000000000" pitchFamily="50" charset="-52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1A1A1A"/>
                </a:solidFill>
                <a:latin typeface="e-Ukraine" panose="00000500000000000000" pitchFamily="50" charset="-52"/>
              </a:rPr>
              <a:t>Ut </a:t>
            </a:r>
            <a:r>
              <a:rPr lang="en-US" sz="1200" dirty="0" err="1">
                <a:solidFill>
                  <a:srgbClr val="1A1A1A"/>
                </a:solidFill>
                <a:latin typeface="e-Ukraine" panose="00000500000000000000" pitchFamily="50" charset="-52"/>
              </a:rPr>
              <a:t>wisi</a:t>
            </a:r>
            <a:r>
              <a:rPr lang="en-US" sz="1200" dirty="0">
                <a:solidFill>
                  <a:srgbClr val="1A1A1A"/>
                </a:solidFill>
                <a:latin typeface="e-Ukraine" panose="00000500000000000000" pitchFamily="50" charset="-52"/>
              </a:rPr>
              <a:t> </a:t>
            </a:r>
            <a:r>
              <a:rPr lang="en-US" sz="1200" dirty="0" err="1">
                <a:solidFill>
                  <a:srgbClr val="1A1A1A"/>
                </a:solidFill>
                <a:latin typeface="e-Ukraine" panose="00000500000000000000" pitchFamily="50" charset="-52"/>
              </a:rPr>
              <a:t>enim</a:t>
            </a:r>
            <a:r>
              <a:rPr lang="en-US" sz="1200" dirty="0">
                <a:solidFill>
                  <a:srgbClr val="1A1A1A"/>
                </a:solidFill>
                <a:latin typeface="e-Ukraine" panose="00000500000000000000" pitchFamily="50" charset="-52"/>
              </a:rPr>
              <a:t> ad minim </a:t>
            </a:r>
            <a:r>
              <a:rPr lang="en-US" sz="1200" dirty="0" err="1">
                <a:solidFill>
                  <a:srgbClr val="1A1A1A"/>
                </a:solidFill>
                <a:latin typeface="e-Ukraine" panose="00000500000000000000" pitchFamily="50" charset="-52"/>
              </a:rPr>
              <a:t>veniam</a:t>
            </a:r>
            <a:r>
              <a:rPr lang="en-US" sz="1200" dirty="0">
                <a:solidFill>
                  <a:srgbClr val="1A1A1A"/>
                </a:solidFill>
                <a:latin typeface="e-Ukraine" panose="00000500000000000000" pitchFamily="50" charset="-52"/>
              </a:rPr>
              <a:t>, </a:t>
            </a:r>
            <a:r>
              <a:rPr lang="en-US" sz="1200" dirty="0" err="1">
                <a:solidFill>
                  <a:srgbClr val="1A1A1A"/>
                </a:solidFill>
                <a:latin typeface="e-Ukraine" panose="00000500000000000000" pitchFamily="50" charset="-52"/>
              </a:rPr>
              <a:t>quis</a:t>
            </a:r>
            <a:r>
              <a:rPr lang="en-US" sz="1200" dirty="0">
                <a:solidFill>
                  <a:srgbClr val="1A1A1A"/>
                </a:solidFill>
                <a:latin typeface="e-Ukraine" panose="00000500000000000000" pitchFamily="50" charset="-52"/>
              </a:rPr>
              <a:t> </a:t>
            </a:r>
            <a:r>
              <a:rPr lang="en-US" sz="1200" dirty="0" err="1">
                <a:solidFill>
                  <a:srgbClr val="1A1A1A"/>
                </a:solidFill>
                <a:latin typeface="e-Ukraine" panose="00000500000000000000" pitchFamily="50" charset="-52"/>
              </a:rPr>
              <a:t>nostrudexerci</a:t>
            </a:r>
            <a:r>
              <a:rPr lang="en-US" sz="1200" dirty="0">
                <a:solidFill>
                  <a:srgbClr val="1A1A1A"/>
                </a:solidFill>
                <a:latin typeface="e-Ukraine" panose="00000500000000000000" pitchFamily="50" charset="-52"/>
              </a:rPr>
              <a:t> </a:t>
            </a:r>
            <a:r>
              <a:rPr lang="en-US" sz="1200" dirty="0" err="1">
                <a:solidFill>
                  <a:srgbClr val="1A1A1A"/>
                </a:solidFill>
                <a:latin typeface="e-Ukraine" panose="00000500000000000000" pitchFamily="50" charset="-52"/>
              </a:rPr>
              <a:t>tation</a:t>
            </a:r>
            <a:r>
              <a:rPr lang="uk-UA" sz="1200" dirty="0">
                <a:solidFill>
                  <a:srgbClr val="1A1A1A"/>
                </a:solidFill>
                <a:latin typeface="e-Ukraine" panose="00000500000000000000" pitchFamily="50" charset="-52"/>
              </a:rPr>
              <a:t>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1A1A1A"/>
                </a:solidFill>
                <a:latin typeface="e-Ukraine" panose="00000500000000000000" pitchFamily="50" charset="-52"/>
              </a:rPr>
              <a:t>Lorem ipsum dolor sit </a:t>
            </a:r>
            <a:r>
              <a:rPr lang="en-US" sz="1200" dirty="0" err="1">
                <a:solidFill>
                  <a:srgbClr val="1A1A1A"/>
                </a:solidFill>
                <a:latin typeface="e-Ukraine" panose="00000500000000000000" pitchFamily="50" charset="-52"/>
              </a:rPr>
              <a:t>amet</a:t>
            </a:r>
            <a:r>
              <a:rPr lang="en-US" sz="1200" dirty="0">
                <a:solidFill>
                  <a:srgbClr val="1A1A1A"/>
                </a:solidFill>
                <a:latin typeface="e-Ukraine" panose="00000500000000000000" pitchFamily="50" charset="-52"/>
              </a:rPr>
              <a:t>, </a:t>
            </a:r>
            <a:r>
              <a:rPr lang="en-US" sz="1200" dirty="0" err="1">
                <a:solidFill>
                  <a:srgbClr val="1A1A1A"/>
                </a:solidFill>
                <a:latin typeface="e-Ukraine" panose="00000500000000000000" pitchFamily="50" charset="-52"/>
              </a:rPr>
              <a:t>consectetuer</a:t>
            </a:r>
            <a:r>
              <a:rPr lang="en-US" sz="1200" dirty="0">
                <a:solidFill>
                  <a:srgbClr val="1A1A1A"/>
                </a:solidFill>
                <a:latin typeface="e-Ukraine" panose="00000500000000000000" pitchFamily="50" charset="-52"/>
              </a:rPr>
              <a:t> </a:t>
            </a:r>
            <a:r>
              <a:rPr lang="en-US" sz="1200" dirty="0" err="1">
                <a:solidFill>
                  <a:srgbClr val="1A1A1A"/>
                </a:solidFill>
                <a:latin typeface="e-Ukraine" panose="00000500000000000000" pitchFamily="50" charset="-52"/>
              </a:rPr>
              <a:t>adipiscing</a:t>
            </a:r>
            <a:r>
              <a:rPr lang="en-US" sz="1200" dirty="0">
                <a:solidFill>
                  <a:srgbClr val="1A1A1A"/>
                </a:solidFill>
                <a:latin typeface="e-Ukraine" panose="00000500000000000000" pitchFamily="50" charset="-52"/>
              </a:rPr>
              <a:t> </a:t>
            </a:r>
            <a:r>
              <a:rPr lang="en-US" sz="1200" dirty="0" err="1">
                <a:solidFill>
                  <a:srgbClr val="1A1A1A"/>
                </a:solidFill>
                <a:latin typeface="e-Ukraine" panose="00000500000000000000" pitchFamily="50" charset="-52"/>
              </a:rPr>
              <a:t>elit</a:t>
            </a:r>
            <a:r>
              <a:rPr lang="en-US" sz="1200" dirty="0">
                <a:solidFill>
                  <a:srgbClr val="1A1A1A"/>
                </a:solidFill>
                <a:latin typeface="e-Ukraine" panose="00000500000000000000" pitchFamily="50" charset="-52"/>
              </a:rPr>
              <a:t>, sed diam </a:t>
            </a:r>
            <a:r>
              <a:rPr lang="en-US" sz="1200" dirty="0" err="1">
                <a:solidFill>
                  <a:srgbClr val="1A1A1A"/>
                </a:solidFill>
                <a:latin typeface="e-Ukraine" panose="00000500000000000000" pitchFamily="50" charset="-52"/>
              </a:rPr>
              <a:t>nonummy</a:t>
            </a:r>
            <a:r>
              <a:rPr lang="en-US" sz="1200" dirty="0">
                <a:solidFill>
                  <a:srgbClr val="1A1A1A"/>
                </a:solidFill>
                <a:latin typeface="e-Ukraine" panose="00000500000000000000" pitchFamily="50" charset="-52"/>
              </a:rPr>
              <a:t> </a:t>
            </a:r>
            <a:r>
              <a:rPr lang="en-US" sz="1200" dirty="0" err="1">
                <a:solidFill>
                  <a:srgbClr val="1A1A1A"/>
                </a:solidFill>
                <a:latin typeface="e-Ukraine" panose="00000500000000000000" pitchFamily="50" charset="-52"/>
              </a:rPr>
              <a:t>nibh</a:t>
            </a:r>
            <a:r>
              <a:rPr lang="en-US" sz="1200" dirty="0">
                <a:solidFill>
                  <a:srgbClr val="1A1A1A"/>
                </a:solidFill>
                <a:latin typeface="e-Ukraine" panose="00000500000000000000" pitchFamily="50" charset="-52"/>
              </a:rPr>
              <a:t> </a:t>
            </a:r>
            <a:r>
              <a:rPr lang="en-US" sz="1200" dirty="0" err="1">
                <a:solidFill>
                  <a:srgbClr val="1A1A1A"/>
                </a:solidFill>
                <a:latin typeface="e-Ukraine" panose="00000500000000000000" pitchFamily="50" charset="-52"/>
              </a:rPr>
              <a:t>euismod</a:t>
            </a:r>
            <a:r>
              <a:rPr lang="en-US" sz="1200" dirty="0">
                <a:solidFill>
                  <a:srgbClr val="1A1A1A"/>
                </a:solidFill>
                <a:latin typeface="e-Ukraine" panose="00000500000000000000" pitchFamily="50" charset="-52"/>
              </a:rPr>
              <a:t> </a:t>
            </a:r>
            <a:r>
              <a:rPr lang="en-US" sz="1200" dirty="0" err="1">
                <a:solidFill>
                  <a:srgbClr val="1A1A1A"/>
                </a:solidFill>
                <a:latin typeface="e-Ukraine" panose="00000500000000000000" pitchFamily="50" charset="-52"/>
              </a:rPr>
              <a:t>tincidunt</a:t>
            </a:r>
            <a:r>
              <a:rPr lang="en-US" sz="1200" dirty="0">
                <a:solidFill>
                  <a:srgbClr val="1A1A1A"/>
                </a:solidFill>
                <a:latin typeface="e-Ukraine" panose="00000500000000000000" pitchFamily="50" charset="-52"/>
              </a:rPr>
              <a:t> </a:t>
            </a:r>
            <a:r>
              <a:rPr lang="en-US" sz="1200" dirty="0" err="1">
                <a:solidFill>
                  <a:srgbClr val="1A1A1A"/>
                </a:solidFill>
                <a:latin typeface="e-Ukraine" panose="00000500000000000000" pitchFamily="50" charset="-52"/>
              </a:rPr>
              <a:t>ut</a:t>
            </a:r>
            <a:r>
              <a:rPr lang="en-US" sz="1200" dirty="0">
                <a:solidFill>
                  <a:srgbClr val="1A1A1A"/>
                </a:solidFill>
                <a:latin typeface="e-Ukraine" panose="00000500000000000000" pitchFamily="50" charset="-52"/>
              </a:rPr>
              <a:t> </a:t>
            </a:r>
            <a:r>
              <a:rPr lang="en-US" sz="1200" dirty="0" err="1">
                <a:solidFill>
                  <a:srgbClr val="1A1A1A"/>
                </a:solidFill>
                <a:latin typeface="e-Ukraine" panose="00000500000000000000" pitchFamily="50" charset="-52"/>
              </a:rPr>
              <a:t>laoreet</a:t>
            </a:r>
            <a:r>
              <a:rPr lang="en-US" sz="1200" dirty="0">
                <a:solidFill>
                  <a:srgbClr val="1A1A1A"/>
                </a:solidFill>
                <a:latin typeface="e-Ukraine" panose="00000500000000000000" pitchFamily="50" charset="-52"/>
              </a:rPr>
              <a:t> dolore magna </a:t>
            </a:r>
            <a:r>
              <a:rPr lang="en-US" sz="1200" dirty="0" err="1">
                <a:solidFill>
                  <a:srgbClr val="1A1A1A"/>
                </a:solidFill>
                <a:latin typeface="e-Ukraine" panose="00000500000000000000" pitchFamily="50" charset="-52"/>
              </a:rPr>
              <a:t>aliquam</a:t>
            </a:r>
            <a:r>
              <a:rPr lang="en-US" sz="1200" dirty="0">
                <a:solidFill>
                  <a:srgbClr val="1A1A1A"/>
                </a:solidFill>
                <a:latin typeface="e-Ukraine" panose="00000500000000000000" pitchFamily="50" charset="-52"/>
              </a:rPr>
              <a:t> </a:t>
            </a:r>
            <a:r>
              <a:rPr lang="en-US" sz="1200" dirty="0" err="1">
                <a:solidFill>
                  <a:srgbClr val="1A1A1A"/>
                </a:solidFill>
                <a:latin typeface="e-Ukraine" panose="00000500000000000000" pitchFamily="50" charset="-52"/>
              </a:rPr>
              <a:t>erat</a:t>
            </a:r>
            <a:r>
              <a:rPr lang="en-US" sz="1200" dirty="0">
                <a:solidFill>
                  <a:srgbClr val="1A1A1A"/>
                </a:solidFill>
                <a:latin typeface="e-Ukraine" panose="00000500000000000000" pitchFamily="50" charset="-52"/>
              </a:rPr>
              <a:t> </a:t>
            </a:r>
            <a:r>
              <a:rPr lang="en-US" sz="1200" dirty="0" err="1">
                <a:solidFill>
                  <a:srgbClr val="1A1A1A"/>
                </a:solidFill>
                <a:latin typeface="e-Ukraine" panose="00000500000000000000" pitchFamily="50" charset="-52"/>
              </a:rPr>
              <a:t>volutpat</a:t>
            </a:r>
            <a:r>
              <a:rPr lang="en-US" sz="1200" dirty="0">
                <a:solidFill>
                  <a:srgbClr val="1A1A1A"/>
                </a:solidFill>
                <a:latin typeface="e-Ukraine" panose="00000500000000000000" pitchFamily="50" charset="-52"/>
              </a:rPr>
              <a:t>. </a:t>
            </a:r>
            <a:endParaRPr lang="uk-UA" sz="1200" dirty="0">
              <a:solidFill>
                <a:srgbClr val="1A1A1A"/>
              </a:solidFill>
              <a:latin typeface="e-Ukraine" panose="00000500000000000000" pitchFamily="50" charset="-52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1A1A1A"/>
                </a:solidFill>
                <a:latin typeface="e-Ukraine" panose="00000500000000000000" pitchFamily="50" charset="-52"/>
              </a:rPr>
              <a:t>Ut </a:t>
            </a:r>
            <a:r>
              <a:rPr lang="en-US" sz="1200" dirty="0" err="1">
                <a:solidFill>
                  <a:srgbClr val="1A1A1A"/>
                </a:solidFill>
                <a:latin typeface="e-Ukraine" panose="00000500000000000000" pitchFamily="50" charset="-52"/>
              </a:rPr>
              <a:t>wisi</a:t>
            </a:r>
            <a:r>
              <a:rPr lang="en-US" sz="1200" dirty="0">
                <a:solidFill>
                  <a:srgbClr val="1A1A1A"/>
                </a:solidFill>
                <a:latin typeface="e-Ukraine" panose="00000500000000000000" pitchFamily="50" charset="-52"/>
              </a:rPr>
              <a:t> </a:t>
            </a:r>
            <a:r>
              <a:rPr lang="en-US" sz="1200" dirty="0" err="1">
                <a:solidFill>
                  <a:srgbClr val="1A1A1A"/>
                </a:solidFill>
                <a:latin typeface="e-Ukraine" panose="00000500000000000000" pitchFamily="50" charset="-52"/>
              </a:rPr>
              <a:t>enim</a:t>
            </a:r>
            <a:r>
              <a:rPr lang="en-US" sz="1200" dirty="0">
                <a:solidFill>
                  <a:srgbClr val="1A1A1A"/>
                </a:solidFill>
                <a:latin typeface="e-Ukraine" panose="00000500000000000000" pitchFamily="50" charset="-52"/>
              </a:rPr>
              <a:t> ad minim </a:t>
            </a:r>
            <a:r>
              <a:rPr lang="en-US" sz="1200" dirty="0" err="1">
                <a:solidFill>
                  <a:srgbClr val="1A1A1A"/>
                </a:solidFill>
                <a:latin typeface="e-Ukraine" panose="00000500000000000000" pitchFamily="50" charset="-52"/>
              </a:rPr>
              <a:t>veniam</a:t>
            </a:r>
            <a:r>
              <a:rPr lang="en-US" sz="1200" dirty="0">
                <a:solidFill>
                  <a:srgbClr val="1A1A1A"/>
                </a:solidFill>
                <a:latin typeface="e-Ukraine" panose="00000500000000000000" pitchFamily="50" charset="-52"/>
              </a:rPr>
              <a:t>, </a:t>
            </a:r>
            <a:r>
              <a:rPr lang="en-US" sz="1200" dirty="0" err="1">
                <a:solidFill>
                  <a:srgbClr val="1A1A1A"/>
                </a:solidFill>
                <a:latin typeface="e-Ukraine" panose="00000500000000000000" pitchFamily="50" charset="-52"/>
              </a:rPr>
              <a:t>quis</a:t>
            </a:r>
            <a:r>
              <a:rPr lang="en-US" sz="1200" dirty="0">
                <a:solidFill>
                  <a:srgbClr val="1A1A1A"/>
                </a:solidFill>
                <a:latin typeface="e-Ukraine" panose="00000500000000000000" pitchFamily="50" charset="-52"/>
              </a:rPr>
              <a:t> </a:t>
            </a:r>
            <a:r>
              <a:rPr lang="en-US" sz="1200" dirty="0" err="1">
                <a:solidFill>
                  <a:srgbClr val="1A1A1A"/>
                </a:solidFill>
                <a:latin typeface="e-Ukraine" panose="00000500000000000000" pitchFamily="50" charset="-52"/>
              </a:rPr>
              <a:t>nostrud</a:t>
            </a:r>
            <a:r>
              <a:rPr lang="en-US" sz="1200" dirty="0">
                <a:solidFill>
                  <a:srgbClr val="1A1A1A"/>
                </a:solidFill>
                <a:latin typeface="e-Ukraine" panose="00000500000000000000" pitchFamily="50" charset="-52"/>
              </a:rPr>
              <a:t> </a:t>
            </a:r>
            <a:r>
              <a:rPr lang="en-US" sz="1200" dirty="0" err="1">
                <a:solidFill>
                  <a:srgbClr val="1A1A1A"/>
                </a:solidFill>
                <a:latin typeface="e-Ukraine" panose="00000500000000000000" pitchFamily="50" charset="-52"/>
              </a:rPr>
              <a:t>exerci</a:t>
            </a:r>
            <a:r>
              <a:rPr lang="en-US" sz="1200" dirty="0">
                <a:solidFill>
                  <a:srgbClr val="1A1A1A"/>
                </a:solidFill>
                <a:latin typeface="e-Ukraine" panose="00000500000000000000" pitchFamily="50" charset="-52"/>
              </a:rPr>
              <a:t> </a:t>
            </a:r>
            <a:r>
              <a:rPr lang="en-US" sz="1200" dirty="0" err="1">
                <a:solidFill>
                  <a:srgbClr val="1A1A1A"/>
                </a:solidFill>
                <a:latin typeface="e-Ukraine" panose="00000500000000000000" pitchFamily="50" charset="-52"/>
              </a:rPr>
              <a:t>tation</a:t>
            </a:r>
            <a:r>
              <a:rPr lang="uk-UA" sz="1200" dirty="0">
                <a:solidFill>
                  <a:srgbClr val="1A1A1A"/>
                </a:solidFill>
                <a:latin typeface="e-Ukraine" panose="00000500000000000000" pitchFamily="50" charset="-52"/>
              </a:rPr>
              <a:t>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uk-UA" sz="1200" dirty="0">
              <a:solidFill>
                <a:srgbClr val="1A1A1A"/>
              </a:solidFill>
              <a:latin typeface="e-Ukraine" panose="00000500000000000000" pitchFamily="50" charset="-52"/>
            </a:endParaRPr>
          </a:p>
          <a:p>
            <a:r>
              <a:rPr lang="uk-UA" sz="1200" dirty="0">
                <a:solidFill>
                  <a:srgbClr val="1A1A1A"/>
                </a:solidFill>
                <a:latin typeface="e-Ukraine" panose="00000500000000000000" pitchFamily="50" charset="-52"/>
              </a:rPr>
              <a:t>Для випадків, коли тексту багато, можна використовувати верстку в два стовпці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uk-UA" sz="1200" dirty="0">
              <a:solidFill>
                <a:srgbClr val="1A1A1A"/>
              </a:solidFill>
              <a:latin typeface="e-Ukraine" panose="00000500000000000000" pitchFamily="50" charset="-52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uk-UA" sz="1200" dirty="0">
              <a:solidFill>
                <a:srgbClr val="1A1A1A"/>
              </a:solidFill>
              <a:latin typeface="e-Ukraine" panose="00000500000000000000" pitchFamily="50" charset="-52"/>
            </a:endParaRPr>
          </a:p>
          <a:p>
            <a:endParaRPr lang="uk-UA" sz="1200" dirty="0">
              <a:solidFill>
                <a:srgbClr val="1A1A1A"/>
              </a:solidFill>
              <a:latin typeface="e-Ukraine" panose="00000500000000000000" pitchFamily="50" charset="-52"/>
            </a:endParaRPr>
          </a:p>
          <a:p>
            <a:endParaRPr lang="uk-UA" sz="1200" dirty="0">
              <a:solidFill>
                <a:srgbClr val="1A1A1A"/>
              </a:solidFill>
              <a:latin typeface="e-Ukraine" panose="00000500000000000000" pitchFamily="50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18297838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0">
            <a:extLst>
              <a:ext uri="{FF2B5EF4-FFF2-40B4-BE49-F238E27FC236}">
                <a16:creationId xmlns:a16="http://schemas.microsoft.com/office/drawing/2014/main" id="{F55F90BD-8DB5-AEA1-469E-085739EACA61}"/>
              </a:ext>
            </a:extLst>
          </p:cNvPr>
          <p:cNvSpPr/>
          <p:nvPr/>
        </p:nvSpPr>
        <p:spPr>
          <a:xfrm>
            <a:off x="234316" y="107731"/>
            <a:ext cx="5859133" cy="5780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uk-UA" sz="2000" kern="0" spc="-70" dirty="0">
                <a:solidFill>
                  <a:srgbClr val="1A1A1A"/>
                </a:solidFill>
                <a:latin typeface="e-Ukraine Head Bold" panose="00000800000000000000" pitchFamily="50" charset="-52"/>
                <a:ea typeface="e-Ukraine Head" pitchFamily="34" charset="-122"/>
                <a:cs typeface="e-Ukraine Head" pitchFamily="34" charset="-120"/>
              </a:rPr>
              <a:t>Приклад слайду з фото та текстом</a:t>
            </a:r>
            <a:endParaRPr lang="en-US" sz="2000" kern="0" spc="-70" dirty="0">
              <a:solidFill>
                <a:srgbClr val="1A1A1A"/>
              </a:solidFill>
              <a:latin typeface="e-Ukraine Head Bold" panose="00000800000000000000" pitchFamily="50" charset="-52"/>
              <a:ea typeface="e-Ukraine Head" pitchFamily="34" charset="-122"/>
              <a:cs typeface="e-Ukraine Head" pitchFamily="34" charset="-120"/>
            </a:endParaRP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AD036449-0142-4154-B874-B1414474ED6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46099" y="197455"/>
            <a:ext cx="1693272" cy="256081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32BA251A-4420-C081-4694-D72B9238CA9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092022" y="197455"/>
            <a:ext cx="817662" cy="256081"/>
          </a:xfrm>
          <a:prstGeom prst="rect">
            <a:avLst/>
          </a:prstGeom>
        </p:spPr>
      </p:pic>
      <p:sp>
        <p:nvSpPr>
          <p:cNvPr id="9" name="Rectangle: Diagonal Corners Snipped 8">
            <a:extLst>
              <a:ext uri="{FF2B5EF4-FFF2-40B4-BE49-F238E27FC236}">
                <a16:creationId xmlns:a16="http://schemas.microsoft.com/office/drawing/2014/main" id="{6379C9D8-4253-54CD-12E0-47F487FC3360}"/>
              </a:ext>
            </a:extLst>
          </p:cNvPr>
          <p:cNvSpPr/>
          <p:nvPr/>
        </p:nvSpPr>
        <p:spPr>
          <a:xfrm>
            <a:off x="4628645" y="862032"/>
            <a:ext cx="4281040" cy="3014053"/>
          </a:xfrm>
          <a:prstGeom prst="snip2DiagRect">
            <a:avLst>
              <a:gd name="adj1" fmla="val 0"/>
              <a:gd name="adj2" fmla="val 6412"/>
            </a:avLst>
          </a:prstGeom>
          <a:solidFill>
            <a:srgbClr val="BCBA8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uk-UA" sz="1200" b="1" dirty="0">
                <a:solidFill>
                  <a:srgbClr val="1A1A1A"/>
                </a:solidFill>
                <a:latin typeface="e-Ukraine" panose="00000500000000000000" pitchFamily="50" charset="-52"/>
              </a:rPr>
              <a:t>Приклад використання текстового блоку разом з фотографією або ілюстрацією.</a:t>
            </a:r>
          </a:p>
          <a:p>
            <a:endParaRPr lang="uk-UA" sz="1200" dirty="0">
              <a:solidFill>
                <a:srgbClr val="1A1A1A"/>
              </a:solidFill>
              <a:latin typeface="e-Ukraine" panose="00000500000000000000" pitchFamily="50" charset="-52"/>
            </a:endParaRPr>
          </a:p>
          <a:p>
            <a:r>
              <a:rPr lang="uk-UA" sz="1200" dirty="0">
                <a:solidFill>
                  <a:srgbClr val="1A1A1A"/>
                </a:solidFill>
                <a:latin typeface="e-Ukraine" panose="00000500000000000000" pitchFamily="50" charset="-52"/>
              </a:rPr>
              <a:t>Основний текст блоку, Шрифт </a:t>
            </a:r>
            <a:r>
              <a:rPr lang="en-US" sz="1200" dirty="0">
                <a:solidFill>
                  <a:srgbClr val="1A1A1A"/>
                </a:solidFill>
                <a:latin typeface="e-Ukraine" panose="00000500000000000000" pitchFamily="50" charset="-52"/>
              </a:rPr>
              <a:t>e-Ukraine </a:t>
            </a:r>
            <a:r>
              <a:rPr lang="uk-UA" sz="1200" dirty="0">
                <a:solidFill>
                  <a:srgbClr val="1A1A1A"/>
                </a:solidFill>
                <a:latin typeface="e-Ukraine" panose="00000500000000000000" pitchFamily="50" charset="-52"/>
              </a:rPr>
              <a:t>10-12</a:t>
            </a:r>
            <a:r>
              <a:rPr lang="en-US" sz="1200" dirty="0">
                <a:solidFill>
                  <a:srgbClr val="1A1A1A"/>
                </a:solidFill>
                <a:latin typeface="e-Ukraine" panose="00000500000000000000" pitchFamily="50" charset="-52"/>
              </a:rPr>
              <a:t> pt</a:t>
            </a:r>
            <a:r>
              <a:rPr lang="uk-UA" sz="1200" dirty="0">
                <a:solidFill>
                  <a:srgbClr val="1A1A1A"/>
                </a:solidFill>
                <a:latin typeface="e-Ukraine" panose="00000500000000000000" pitchFamily="50" charset="-52"/>
              </a:rPr>
              <a:t>.</a:t>
            </a:r>
          </a:p>
          <a:p>
            <a:endParaRPr lang="uk-UA" sz="1200" dirty="0">
              <a:solidFill>
                <a:srgbClr val="1A1A1A"/>
              </a:solidFill>
              <a:latin typeface="e-Ukraine" panose="00000500000000000000" pitchFamily="50" charset="-52"/>
            </a:endParaRPr>
          </a:p>
          <a:p>
            <a:r>
              <a:rPr lang="uk-UA" sz="1200" dirty="0">
                <a:solidFill>
                  <a:srgbClr val="1A1A1A"/>
                </a:solidFill>
                <a:latin typeface="e-Ukraine" panose="00000500000000000000" pitchFamily="50" charset="-52"/>
              </a:rPr>
              <a:t>Текст може бути без заголовку. Або комбінований: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uk-UA" sz="1200" dirty="0">
                <a:solidFill>
                  <a:srgbClr val="1A1A1A"/>
                </a:solidFill>
                <a:latin typeface="e-Ukraine" panose="00000500000000000000" pitchFamily="50" charset="-52"/>
              </a:rPr>
              <a:t>Наприклад </a:t>
            </a:r>
            <a:r>
              <a:rPr lang="en-US" sz="1200" dirty="0">
                <a:solidFill>
                  <a:srgbClr val="1A1A1A"/>
                </a:solidFill>
                <a:latin typeface="e-Ukraine" panose="00000500000000000000" pitchFamily="50" charset="-52"/>
              </a:rPr>
              <a:t>Lorem ipsum dolor sit </a:t>
            </a:r>
            <a:r>
              <a:rPr lang="en-US" sz="1200" dirty="0" err="1">
                <a:solidFill>
                  <a:srgbClr val="1A1A1A"/>
                </a:solidFill>
                <a:latin typeface="e-Ukraine" panose="00000500000000000000" pitchFamily="50" charset="-52"/>
              </a:rPr>
              <a:t>amet</a:t>
            </a:r>
            <a:r>
              <a:rPr lang="en-US" sz="1200" dirty="0">
                <a:solidFill>
                  <a:srgbClr val="1A1A1A"/>
                </a:solidFill>
                <a:latin typeface="e-Ukraine" panose="00000500000000000000" pitchFamily="50" charset="-52"/>
              </a:rPr>
              <a:t>, </a:t>
            </a:r>
            <a:r>
              <a:rPr lang="en-US" sz="1200" dirty="0" err="1">
                <a:solidFill>
                  <a:srgbClr val="1A1A1A"/>
                </a:solidFill>
                <a:latin typeface="e-Ukraine" panose="00000500000000000000" pitchFamily="50" charset="-52"/>
              </a:rPr>
              <a:t>consectetuer</a:t>
            </a:r>
            <a:r>
              <a:rPr lang="en-US" sz="1200" dirty="0">
                <a:solidFill>
                  <a:srgbClr val="1A1A1A"/>
                </a:solidFill>
                <a:latin typeface="e-Ukraine" panose="00000500000000000000" pitchFamily="50" charset="-52"/>
              </a:rPr>
              <a:t> </a:t>
            </a:r>
            <a:r>
              <a:rPr lang="en-US" sz="1200" dirty="0" err="1">
                <a:solidFill>
                  <a:srgbClr val="1A1A1A"/>
                </a:solidFill>
                <a:latin typeface="e-Ukraine" panose="00000500000000000000" pitchFamily="50" charset="-52"/>
              </a:rPr>
              <a:t>adipiscing</a:t>
            </a:r>
            <a:r>
              <a:rPr lang="en-US" sz="1200" dirty="0">
                <a:solidFill>
                  <a:srgbClr val="1A1A1A"/>
                </a:solidFill>
                <a:latin typeface="e-Ukraine" panose="00000500000000000000" pitchFamily="50" charset="-52"/>
              </a:rPr>
              <a:t> </a:t>
            </a:r>
            <a:r>
              <a:rPr lang="en-US" sz="1200" dirty="0" err="1">
                <a:solidFill>
                  <a:srgbClr val="1A1A1A"/>
                </a:solidFill>
                <a:latin typeface="e-Ukraine" panose="00000500000000000000" pitchFamily="50" charset="-52"/>
              </a:rPr>
              <a:t>elit</a:t>
            </a:r>
            <a:r>
              <a:rPr lang="uk-UA" sz="1200" dirty="0">
                <a:solidFill>
                  <a:srgbClr val="1A1A1A"/>
                </a:solidFill>
                <a:latin typeface="e-Ukraine" panose="00000500000000000000" pitchFamily="50" charset="-52"/>
              </a:rPr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uk-UA" sz="1200" dirty="0">
                <a:solidFill>
                  <a:srgbClr val="1A1A1A"/>
                </a:solidFill>
                <a:latin typeface="e-Ukraine" panose="00000500000000000000" pitchFamily="50" charset="-52"/>
              </a:rPr>
              <a:t>Або </a:t>
            </a:r>
            <a:r>
              <a:rPr lang="en-US" sz="1200" dirty="0">
                <a:solidFill>
                  <a:srgbClr val="1A1A1A"/>
                </a:solidFill>
                <a:latin typeface="e-Ukraine" panose="00000500000000000000" pitchFamily="50" charset="-52"/>
              </a:rPr>
              <a:t>d diam </a:t>
            </a:r>
            <a:r>
              <a:rPr lang="en-US" sz="1200" dirty="0" err="1">
                <a:solidFill>
                  <a:srgbClr val="1A1A1A"/>
                </a:solidFill>
                <a:latin typeface="e-Ukraine" panose="00000500000000000000" pitchFamily="50" charset="-52"/>
              </a:rPr>
              <a:t>nonummy</a:t>
            </a:r>
            <a:r>
              <a:rPr lang="en-US" sz="1200" dirty="0">
                <a:solidFill>
                  <a:srgbClr val="1A1A1A"/>
                </a:solidFill>
                <a:latin typeface="e-Ukraine" panose="00000500000000000000" pitchFamily="50" charset="-52"/>
              </a:rPr>
              <a:t> </a:t>
            </a:r>
            <a:r>
              <a:rPr lang="en-US" sz="1200" dirty="0" err="1">
                <a:solidFill>
                  <a:srgbClr val="1A1A1A"/>
                </a:solidFill>
                <a:latin typeface="e-Ukraine" panose="00000500000000000000" pitchFamily="50" charset="-52"/>
              </a:rPr>
              <a:t>nibh</a:t>
            </a:r>
            <a:r>
              <a:rPr lang="en-US" sz="1200" dirty="0">
                <a:solidFill>
                  <a:srgbClr val="1A1A1A"/>
                </a:solidFill>
                <a:latin typeface="e-Ukraine" panose="00000500000000000000" pitchFamily="50" charset="-52"/>
              </a:rPr>
              <a:t> </a:t>
            </a:r>
            <a:r>
              <a:rPr lang="en-US" sz="1200" dirty="0" err="1">
                <a:solidFill>
                  <a:srgbClr val="1A1A1A"/>
                </a:solidFill>
                <a:latin typeface="e-Ukraine" panose="00000500000000000000" pitchFamily="50" charset="-52"/>
              </a:rPr>
              <a:t>euismod</a:t>
            </a:r>
            <a:r>
              <a:rPr lang="en-US" sz="1200" dirty="0">
                <a:solidFill>
                  <a:srgbClr val="1A1A1A"/>
                </a:solidFill>
                <a:latin typeface="e-Ukraine" panose="00000500000000000000" pitchFamily="50" charset="-52"/>
              </a:rPr>
              <a:t> </a:t>
            </a:r>
            <a:r>
              <a:rPr lang="en-US" sz="1200" dirty="0" err="1">
                <a:solidFill>
                  <a:srgbClr val="1A1A1A"/>
                </a:solidFill>
                <a:latin typeface="e-Ukraine" panose="00000500000000000000" pitchFamily="50" charset="-52"/>
              </a:rPr>
              <a:t>tincidunt</a:t>
            </a:r>
            <a:r>
              <a:rPr lang="en-US" sz="1200" dirty="0">
                <a:solidFill>
                  <a:srgbClr val="1A1A1A"/>
                </a:solidFill>
                <a:latin typeface="e-Ukraine" panose="00000500000000000000" pitchFamily="50" charset="-52"/>
              </a:rPr>
              <a:t> </a:t>
            </a:r>
            <a:r>
              <a:rPr lang="en-US" sz="1200" dirty="0" err="1">
                <a:solidFill>
                  <a:srgbClr val="1A1A1A"/>
                </a:solidFill>
                <a:latin typeface="e-Ukraine" panose="00000500000000000000" pitchFamily="50" charset="-52"/>
              </a:rPr>
              <a:t>ut</a:t>
            </a:r>
            <a:r>
              <a:rPr lang="en-US" sz="1200" dirty="0">
                <a:solidFill>
                  <a:srgbClr val="1A1A1A"/>
                </a:solidFill>
                <a:latin typeface="e-Ukraine" panose="00000500000000000000" pitchFamily="50" charset="-52"/>
              </a:rPr>
              <a:t> </a:t>
            </a:r>
            <a:r>
              <a:rPr lang="en-US" sz="1200" dirty="0" err="1">
                <a:solidFill>
                  <a:srgbClr val="1A1A1A"/>
                </a:solidFill>
                <a:latin typeface="e-Ukraine" panose="00000500000000000000" pitchFamily="50" charset="-52"/>
              </a:rPr>
              <a:t>laoreet</a:t>
            </a:r>
            <a:r>
              <a:rPr lang="en-US" sz="1200" dirty="0">
                <a:solidFill>
                  <a:srgbClr val="1A1A1A"/>
                </a:solidFill>
                <a:latin typeface="e-Ukraine" panose="00000500000000000000" pitchFamily="50" charset="-52"/>
              </a:rPr>
              <a:t> dolore magna </a:t>
            </a:r>
            <a:r>
              <a:rPr lang="en-US" sz="1200" dirty="0" err="1">
                <a:solidFill>
                  <a:srgbClr val="1A1A1A"/>
                </a:solidFill>
                <a:latin typeface="e-Ukraine" panose="00000500000000000000" pitchFamily="50" charset="-52"/>
              </a:rPr>
              <a:t>aliquam</a:t>
            </a:r>
            <a:r>
              <a:rPr lang="en-US" sz="1200" dirty="0">
                <a:solidFill>
                  <a:srgbClr val="1A1A1A"/>
                </a:solidFill>
                <a:latin typeface="e-Ukraine" panose="00000500000000000000" pitchFamily="50" charset="-52"/>
              </a:rPr>
              <a:t> </a:t>
            </a:r>
            <a:r>
              <a:rPr lang="en-US" sz="1200" dirty="0" err="1">
                <a:solidFill>
                  <a:srgbClr val="1A1A1A"/>
                </a:solidFill>
                <a:latin typeface="e-Ukraine" panose="00000500000000000000" pitchFamily="50" charset="-52"/>
              </a:rPr>
              <a:t>erat</a:t>
            </a:r>
            <a:r>
              <a:rPr lang="en-US" sz="1200" dirty="0">
                <a:solidFill>
                  <a:srgbClr val="1A1A1A"/>
                </a:solidFill>
                <a:latin typeface="e-Ukraine" panose="00000500000000000000" pitchFamily="50" charset="-52"/>
              </a:rPr>
              <a:t> </a:t>
            </a:r>
            <a:r>
              <a:rPr lang="en-US" sz="1200" dirty="0" err="1">
                <a:solidFill>
                  <a:srgbClr val="1A1A1A"/>
                </a:solidFill>
                <a:latin typeface="e-Ukraine" panose="00000500000000000000" pitchFamily="50" charset="-52"/>
              </a:rPr>
              <a:t>volutpat</a:t>
            </a:r>
            <a:r>
              <a:rPr lang="en-US" sz="1200" dirty="0">
                <a:solidFill>
                  <a:srgbClr val="1A1A1A"/>
                </a:solidFill>
                <a:latin typeface="e-Ukraine" panose="00000500000000000000" pitchFamily="50" charset="-52"/>
              </a:rPr>
              <a:t>. </a:t>
            </a:r>
            <a:endParaRPr lang="uk-UA" sz="1200" dirty="0">
              <a:solidFill>
                <a:srgbClr val="1A1A1A"/>
              </a:solidFill>
              <a:latin typeface="e-Ukraine" panose="00000500000000000000" pitchFamily="50" charset="-52"/>
            </a:endParaRPr>
          </a:p>
          <a:p>
            <a:endParaRPr lang="uk-UA" sz="1200" dirty="0">
              <a:solidFill>
                <a:srgbClr val="1A1A1A"/>
              </a:solidFill>
              <a:latin typeface="e-Ukraine" panose="00000500000000000000" pitchFamily="50" charset="-52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B85550C-09D6-7C37-5CAB-B385425A3D6D}"/>
              </a:ext>
            </a:extLst>
          </p:cNvPr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51991" y="862031"/>
            <a:ext cx="4190536" cy="4084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85311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3600E40B-B4A2-D901-3D09-D0FD41E8899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181873" y="197455"/>
            <a:ext cx="727811" cy="256081"/>
          </a:xfrm>
          <a:prstGeom prst="rect">
            <a:avLst/>
          </a:prstGeom>
        </p:spPr>
      </p:pic>
      <p:sp>
        <p:nvSpPr>
          <p:cNvPr id="6" name="Text 0">
            <a:extLst>
              <a:ext uri="{FF2B5EF4-FFF2-40B4-BE49-F238E27FC236}">
                <a16:creationId xmlns:a16="http://schemas.microsoft.com/office/drawing/2014/main" id="{F55F90BD-8DB5-AEA1-469E-085739EACA61}"/>
              </a:ext>
            </a:extLst>
          </p:cNvPr>
          <p:cNvSpPr/>
          <p:nvPr/>
        </p:nvSpPr>
        <p:spPr>
          <a:xfrm>
            <a:off x="234316" y="107731"/>
            <a:ext cx="5859133" cy="5780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uk-UA" sz="2000" kern="0" spc="-70" dirty="0">
                <a:solidFill>
                  <a:srgbClr val="1A1A1A"/>
                </a:solidFill>
                <a:latin typeface="e-Ukraine Head Bold" panose="00000800000000000000" pitchFamily="50" charset="-52"/>
                <a:ea typeface="e-Ukraine Head" pitchFamily="34" charset="-122"/>
                <a:cs typeface="e-Ukraine Head" pitchFamily="34" charset="-120"/>
              </a:rPr>
              <a:t>Приклад слайду з коротким списком ключових пунктів</a:t>
            </a:r>
            <a:endParaRPr lang="en-US" sz="2000" kern="0" spc="-70" dirty="0">
              <a:solidFill>
                <a:srgbClr val="1A1A1A"/>
              </a:solidFill>
              <a:latin typeface="e-Ukraine Head Bold" panose="00000800000000000000" pitchFamily="50" charset="-52"/>
              <a:ea typeface="e-Ukraine Head" pitchFamily="34" charset="-122"/>
              <a:cs typeface="e-Ukraine Head" pitchFamily="34" charset="-120"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B95BAFEA-BC7A-2776-75B7-C381D15CE4A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90784" y="197455"/>
            <a:ext cx="1493513" cy="274319"/>
          </a:xfrm>
          <a:prstGeom prst="rect">
            <a:avLst/>
          </a:prstGeom>
        </p:spPr>
      </p:pic>
      <p:sp>
        <p:nvSpPr>
          <p:cNvPr id="11" name="Rectangle: Diagonal Corners Snipped 10">
            <a:extLst>
              <a:ext uri="{FF2B5EF4-FFF2-40B4-BE49-F238E27FC236}">
                <a16:creationId xmlns:a16="http://schemas.microsoft.com/office/drawing/2014/main" id="{C3B1AF88-48AE-2821-1FFA-72C3903554BB}"/>
              </a:ext>
            </a:extLst>
          </p:cNvPr>
          <p:cNvSpPr/>
          <p:nvPr/>
        </p:nvSpPr>
        <p:spPr>
          <a:xfrm>
            <a:off x="234316" y="1148403"/>
            <a:ext cx="8675368" cy="1214472"/>
          </a:xfrm>
          <a:prstGeom prst="snip2DiagRect">
            <a:avLst>
              <a:gd name="adj1" fmla="val 0"/>
              <a:gd name="adj2" fmla="val 9939"/>
            </a:avLst>
          </a:prstGeom>
          <a:solidFill>
            <a:srgbClr val="BCBA8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uk-UA" sz="1200" b="1" dirty="0">
                <a:solidFill>
                  <a:srgbClr val="1A1A1A"/>
                </a:solidFill>
                <a:latin typeface="e-Ukraine" panose="00000500000000000000" pitchFamily="50" charset="-52"/>
              </a:rPr>
              <a:t>	Заголовок блоку, Шрифт </a:t>
            </a:r>
            <a:r>
              <a:rPr lang="en-US" sz="1200" b="1" dirty="0">
                <a:solidFill>
                  <a:srgbClr val="1A1A1A"/>
                </a:solidFill>
                <a:latin typeface="e-Ukraine" panose="00000500000000000000" pitchFamily="50" charset="-52"/>
              </a:rPr>
              <a:t>e-Ukraine Bold </a:t>
            </a:r>
            <a:r>
              <a:rPr lang="uk-UA" sz="1200" b="1" dirty="0">
                <a:solidFill>
                  <a:srgbClr val="1A1A1A"/>
                </a:solidFill>
                <a:latin typeface="e-Ukraine" panose="00000500000000000000" pitchFamily="50" charset="-52"/>
              </a:rPr>
              <a:t>12</a:t>
            </a:r>
            <a:r>
              <a:rPr lang="en-US" sz="1200" b="1" dirty="0">
                <a:solidFill>
                  <a:srgbClr val="1A1A1A"/>
                </a:solidFill>
                <a:latin typeface="e-Ukraine" panose="00000500000000000000" pitchFamily="50" charset="-52"/>
              </a:rPr>
              <a:t> pt</a:t>
            </a:r>
            <a:endParaRPr lang="uk-UA" sz="1200" b="1" dirty="0">
              <a:solidFill>
                <a:srgbClr val="1A1A1A"/>
              </a:solidFill>
              <a:latin typeface="e-Ukraine" panose="00000500000000000000" pitchFamily="50" charset="-52"/>
            </a:endParaRPr>
          </a:p>
          <a:p>
            <a:endParaRPr lang="uk-UA" sz="1200" dirty="0">
              <a:solidFill>
                <a:srgbClr val="1A1A1A"/>
              </a:solidFill>
              <a:latin typeface="e-Ukraine" panose="00000500000000000000" pitchFamily="50" charset="-52"/>
            </a:endParaRPr>
          </a:p>
          <a:p>
            <a:r>
              <a:rPr lang="uk-UA" sz="1200" dirty="0">
                <a:solidFill>
                  <a:srgbClr val="1A1A1A"/>
                </a:solidFill>
                <a:latin typeface="e-Ukraine" panose="00000500000000000000" pitchFamily="50" charset="-52"/>
              </a:rPr>
              <a:t>Основний текст блоку, Шрифт </a:t>
            </a:r>
            <a:r>
              <a:rPr lang="en-US" sz="1200" dirty="0">
                <a:solidFill>
                  <a:srgbClr val="1A1A1A"/>
                </a:solidFill>
                <a:latin typeface="e-Ukraine" panose="00000500000000000000" pitchFamily="50" charset="-52"/>
              </a:rPr>
              <a:t>e-Ukraine </a:t>
            </a:r>
            <a:r>
              <a:rPr lang="uk-UA" sz="1200" dirty="0">
                <a:solidFill>
                  <a:srgbClr val="1A1A1A"/>
                </a:solidFill>
                <a:latin typeface="e-Ukraine" panose="00000500000000000000" pitchFamily="50" charset="-52"/>
              </a:rPr>
              <a:t>10-12</a:t>
            </a:r>
            <a:r>
              <a:rPr lang="en-US" sz="1200" dirty="0">
                <a:solidFill>
                  <a:srgbClr val="1A1A1A"/>
                </a:solidFill>
                <a:latin typeface="e-Ukraine" panose="00000500000000000000" pitchFamily="50" charset="-52"/>
              </a:rPr>
              <a:t> pt</a:t>
            </a:r>
            <a:r>
              <a:rPr lang="uk-UA" sz="1200" dirty="0">
                <a:solidFill>
                  <a:srgbClr val="1A1A1A"/>
                </a:solidFill>
                <a:latin typeface="e-Ukraine" panose="00000500000000000000" pitchFamily="50" charset="-52"/>
              </a:rPr>
              <a:t>. Наприклад </a:t>
            </a:r>
            <a:r>
              <a:rPr lang="en-US" sz="1200" dirty="0">
                <a:solidFill>
                  <a:srgbClr val="1A1A1A"/>
                </a:solidFill>
                <a:latin typeface="e-Ukraine" panose="00000500000000000000" pitchFamily="50" charset="-52"/>
              </a:rPr>
              <a:t>Lorem ipsum dolor sit </a:t>
            </a:r>
            <a:r>
              <a:rPr lang="en-US" sz="1200" dirty="0" err="1">
                <a:solidFill>
                  <a:srgbClr val="1A1A1A"/>
                </a:solidFill>
                <a:latin typeface="e-Ukraine" panose="00000500000000000000" pitchFamily="50" charset="-52"/>
              </a:rPr>
              <a:t>amet</a:t>
            </a:r>
            <a:r>
              <a:rPr lang="en-US" sz="1200" dirty="0">
                <a:solidFill>
                  <a:srgbClr val="1A1A1A"/>
                </a:solidFill>
                <a:latin typeface="e-Ukraine" panose="00000500000000000000" pitchFamily="50" charset="-52"/>
              </a:rPr>
              <a:t>, </a:t>
            </a:r>
            <a:r>
              <a:rPr lang="en-US" sz="1200" dirty="0" err="1">
                <a:solidFill>
                  <a:srgbClr val="1A1A1A"/>
                </a:solidFill>
                <a:latin typeface="e-Ukraine" panose="00000500000000000000" pitchFamily="50" charset="-52"/>
              </a:rPr>
              <a:t>consectetuer</a:t>
            </a:r>
            <a:r>
              <a:rPr lang="en-US" sz="1200" dirty="0">
                <a:solidFill>
                  <a:srgbClr val="1A1A1A"/>
                </a:solidFill>
                <a:latin typeface="e-Ukraine" panose="00000500000000000000" pitchFamily="50" charset="-52"/>
              </a:rPr>
              <a:t> </a:t>
            </a:r>
            <a:r>
              <a:rPr lang="en-US" sz="1200" dirty="0" err="1">
                <a:solidFill>
                  <a:srgbClr val="1A1A1A"/>
                </a:solidFill>
                <a:latin typeface="e-Ukraine" panose="00000500000000000000" pitchFamily="50" charset="-52"/>
              </a:rPr>
              <a:t>adipiscing</a:t>
            </a:r>
            <a:r>
              <a:rPr lang="en-US" sz="1200" dirty="0">
                <a:solidFill>
                  <a:srgbClr val="1A1A1A"/>
                </a:solidFill>
                <a:latin typeface="e-Ukraine" panose="00000500000000000000" pitchFamily="50" charset="-52"/>
              </a:rPr>
              <a:t> </a:t>
            </a:r>
            <a:r>
              <a:rPr lang="en-US" sz="1200" dirty="0" err="1">
                <a:solidFill>
                  <a:srgbClr val="1A1A1A"/>
                </a:solidFill>
                <a:latin typeface="e-Ukraine" panose="00000500000000000000" pitchFamily="50" charset="-52"/>
              </a:rPr>
              <a:t>elit</a:t>
            </a:r>
            <a:r>
              <a:rPr lang="en-US" sz="1200" dirty="0">
                <a:solidFill>
                  <a:srgbClr val="1A1A1A"/>
                </a:solidFill>
                <a:latin typeface="e-Ukraine" panose="00000500000000000000" pitchFamily="50" charset="-52"/>
              </a:rPr>
              <a:t>, sed diam </a:t>
            </a:r>
            <a:r>
              <a:rPr lang="en-US" sz="1200" dirty="0" err="1">
                <a:solidFill>
                  <a:srgbClr val="1A1A1A"/>
                </a:solidFill>
                <a:latin typeface="e-Ukraine" panose="00000500000000000000" pitchFamily="50" charset="-52"/>
              </a:rPr>
              <a:t>nonummy</a:t>
            </a:r>
            <a:r>
              <a:rPr lang="en-US" sz="1200" dirty="0">
                <a:solidFill>
                  <a:srgbClr val="1A1A1A"/>
                </a:solidFill>
                <a:latin typeface="e-Ukraine" panose="00000500000000000000" pitchFamily="50" charset="-52"/>
              </a:rPr>
              <a:t> </a:t>
            </a:r>
            <a:r>
              <a:rPr lang="en-US" sz="1200" dirty="0" err="1">
                <a:solidFill>
                  <a:srgbClr val="1A1A1A"/>
                </a:solidFill>
                <a:latin typeface="e-Ukraine" panose="00000500000000000000" pitchFamily="50" charset="-52"/>
              </a:rPr>
              <a:t>nibh</a:t>
            </a:r>
            <a:r>
              <a:rPr lang="en-US" sz="1200" dirty="0">
                <a:solidFill>
                  <a:srgbClr val="1A1A1A"/>
                </a:solidFill>
                <a:latin typeface="e-Ukraine" panose="00000500000000000000" pitchFamily="50" charset="-52"/>
              </a:rPr>
              <a:t> </a:t>
            </a:r>
            <a:r>
              <a:rPr lang="en-US" sz="1200" dirty="0" err="1">
                <a:solidFill>
                  <a:srgbClr val="1A1A1A"/>
                </a:solidFill>
                <a:latin typeface="e-Ukraine" panose="00000500000000000000" pitchFamily="50" charset="-52"/>
              </a:rPr>
              <a:t>euismod</a:t>
            </a:r>
            <a:r>
              <a:rPr lang="en-US" sz="1200" dirty="0">
                <a:solidFill>
                  <a:srgbClr val="1A1A1A"/>
                </a:solidFill>
                <a:latin typeface="e-Ukraine" panose="00000500000000000000" pitchFamily="50" charset="-52"/>
              </a:rPr>
              <a:t> </a:t>
            </a:r>
            <a:r>
              <a:rPr lang="en-US" sz="1200" dirty="0" err="1">
                <a:solidFill>
                  <a:srgbClr val="1A1A1A"/>
                </a:solidFill>
                <a:latin typeface="e-Ukraine" panose="00000500000000000000" pitchFamily="50" charset="-52"/>
              </a:rPr>
              <a:t>tincidunt</a:t>
            </a:r>
            <a:r>
              <a:rPr lang="en-US" sz="1200" dirty="0">
                <a:solidFill>
                  <a:srgbClr val="1A1A1A"/>
                </a:solidFill>
                <a:latin typeface="e-Ukraine" panose="00000500000000000000" pitchFamily="50" charset="-52"/>
              </a:rPr>
              <a:t> </a:t>
            </a:r>
            <a:r>
              <a:rPr lang="en-US" sz="1200" dirty="0" err="1">
                <a:solidFill>
                  <a:srgbClr val="1A1A1A"/>
                </a:solidFill>
                <a:latin typeface="e-Ukraine" panose="00000500000000000000" pitchFamily="50" charset="-52"/>
              </a:rPr>
              <a:t>ut</a:t>
            </a:r>
            <a:r>
              <a:rPr lang="en-US" sz="1200" dirty="0">
                <a:solidFill>
                  <a:srgbClr val="1A1A1A"/>
                </a:solidFill>
                <a:latin typeface="e-Ukraine" panose="00000500000000000000" pitchFamily="50" charset="-52"/>
              </a:rPr>
              <a:t> </a:t>
            </a:r>
            <a:r>
              <a:rPr lang="en-US" sz="1200" dirty="0" err="1">
                <a:solidFill>
                  <a:srgbClr val="1A1A1A"/>
                </a:solidFill>
                <a:latin typeface="e-Ukraine" panose="00000500000000000000" pitchFamily="50" charset="-52"/>
              </a:rPr>
              <a:t>laoreet</a:t>
            </a:r>
            <a:r>
              <a:rPr lang="en-US" sz="1200" dirty="0">
                <a:solidFill>
                  <a:srgbClr val="1A1A1A"/>
                </a:solidFill>
                <a:latin typeface="e-Ukraine" panose="00000500000000000000" pitchFamily="50" charset="-52"/>
              </a:rPr>
              <a:t> dolore magna </a:t>
            </a:r>
            <a:r>
              <a:rPr lang="en-US" sz="1200" dirty="0" err="1">
                <a:solidFill>
                  <a:srgbClr val="1A1A1A"/>
                </a:solidFill>
                <a:latin typeface="e-Ukraine" panose="00000500000000000000" pitchFamily="50" charset="-52"/>
              </a:rPr>
              <a:t>aliquam</a:t>
            </a:r>
            <a:r>
              <a:rPr lang="en-US" sz="1200" dirty="0">
                <a:solidFill>
                  <a:srgbClr val="1A1A1A"/>
                </a:solidFill>
                <a:latin typeface="e-Ukraine" panose="00000500000000000000" pitchFamily="50" charset="-52"/>
              </a:rPr>
              <a:t> </a:t>
            </a:r>
            <a:r>
              <a:rPr lang="en-US" sz="1200" dirty="0" err="1">
                <a:solidFill>
                  <a:srgbClr val="1A1A1A"/>
                </a:solidFill>
                <a:latin typeface="e-Ukraine" panose="00000500000000000000" pitchFamily="50" charset="-52"/>
              </a:rPr>
              <a:t>erat</a:t>
            </a:r>
            <a:r>
              <a:rPr lang="en-US" sz="1200" dirty="0">
                <a:solidFill>
                  <a:srgbClr val="1A1A1A"/>
                </a:solidFill>
                <a:latin typeface="e-Ukraine" panose="00000500000000000000" pitchFamily="50" charset="-52"/>
              </a:rPr>
              <a:t> </a:t>
            </a:r>
            <a:r>
              <a:rPr lang="en-US" sz="1200" dirty="0" err="1">
                <a:solidFill>
                  <a:srgbClr val="1A1A1A"/>
                </a:solidFill>
                <a:latin typeface="e-Ukraine" panose="00000500000000000000" pitchFamily="50" charset="-52"/>
              </a:rPr>
              <a:t>volutpat</a:t>
            </a:r>
            <a:r>
              <a:rPr lang="en-US" sz="1200" dirty="0">
                <a:solidFill>
                  <a:srgbClr val="1A1A1A"/>
                </a:solidFill>
                <a:latin typeface="e-Ukraine" panose="00000500000000000000" pitchFamily="50" charset="-52"/>
              </a:rPr>
              <a:t>. Ut </a:t>
            </a:r>
            <a:r>
              <a:rPr lang="en-US" sz="1200" dirty="0" err="1">
                <a:solidFill>
                  <a:srgbClr val="1A1A1A"/>
                </a:solidFill>
                <a:latin typeface="e-Ukraine" panose="00000500000000000000" pitchFamily="50" charset="-52"/>
              </a:rPr>
              <a:t>wisi</a:t>
            </a:r>
            <a:r>
              <a:rPr lang="en-US" sz="1200" dirty="0">
                <a:solidFill>
                  <a:srgbClr val="1A1A1A"/>
                </a:solidFill>
                <a:latin typeface="e-Ukraine" panose="00000500000000000000" pitchFamily="50" charset="-52"/>
              </a:rPr>
              <a:t> </a:t>
            </a:r>
            <a:r>
              <a:rPr lang="en-US" sz="1200" dirty="0" err="1">
                <a:solidFill>
                  <a:srgbClr val="1A1A1A"/>
                </a:solidFill>
                <a:latin typeface="e-Ukraine" panose="00000500000000000000" pitchFamily="50" charset="-52"/>
              </a:rPr>
              <a:t>enim</a:t>
            </a:r>
            <a:r>
              <a:rPr lang="en-US" sz="1200" dirty="0">
                <a:solidFill>
                  <a:srgbClr val="1A1A1A"/>
                </a:solidFill>
                <a:latin typeface="e-Ukraine" panose="00000500000000000000" pitchFamily="50" charset="-52"/>
              </a:rPr>
              <a:t> ad minim </a:t>
            </a:r>
            <a:r>
              <a:rPr lang="en-US" sz="1200" dirty="0" err="1">
                <a:solidFill>
                  <a:srgbClr val="1A1A1A"/>
                </a:solidFill>
                <a:latin typeface="e-Ukraine" panose="00000500000000000000" pitchFamily="50" charset="-52"/>
              </a:rPr>
              <a:t>veniam</a:t>
            </a:r>
            <a:r>
              <a:rPr lang="en-US" sz="1200" dirty="0">
                <a:solidFill>
                  <a:srgbClr val="1A1A1A"/>
                </a:solidFill>
                <a:latin typeface="e-Ukraine" panose="00000500000000000000" pitchFamily="50" charset="-52"/>
              </a:rPr>
              <a:t>, </a:t>
            </a:r>
            <a:r>
              <a:rPr lang="en-US" sz="1200" dirty="0" err="1">
                <a:solidFill>
                  <a:srgbClr val="1A1A1A"/>
                </a:solidFill>
                <a:latin typeface="e-Ukraine" panose="00000500000000000000" pitchFamily="50" charset="-52"/>
              </a:rPr>
              <a:t>quis</a:t>
            </a:r>
            <a:r>
              <a:rPr lang="en-US" sz="1200" dirty="0">
                <a:solidFill>
                  <a:srgbClr val="1A1A1A"/>
                </a:solidFill>
                <a:latin typeface="e-Ukraine" panose="00000500000000000000" pitchFamily="50" charset="-52"/>
              </a:rPr>
              <a:t> </a:t>
            </a:r>
            <a:r>
              <a:rPr lang="en-US" sz="1200" dirty="0" err="1">
                <a:solidFill>
                  <a:srgbClr val="1A1A1A"/>
                </a:solidFill>
                <a:latin typeface="e-Ukraine" panose="00000500000000000000" pitchFamily="50" charset="-52"/>
              </a:rPr>
              <a:t>nostrud</a:t>
            </a:r>
            <a:r>
              <a:rPr lang="en-US" sz="1200" dirty="0">
                <a:solidFill>
                  <a:srgbClr val="1A1A1A"/>
                </a:solidFill>
                <a:latin typeface="e-Ukraine" panose="00000500000000000000" pitchFamily="50" charset="-52"/>
              </a:rPr>
              <a:t> </a:t>
            </a:r>
            <a:r>
              <a:rPr lang="en-US" sz="1200" dirty="0" err="1">
                <a:solidFill>
                  <a:srgbClr val="1A1A1A"/>
                </a:solidFill>
                <a:latin typeface="e-Ukraine" panose="00000500000000000000" pitchFamily="50" charset="-52"/>
              </a:rPr>
              <a:t>exerci</a:t>
            </a:r>
            <a:r>
              <a:rPr lang="en-US" sz="1200" dirty="0">
                <a:solidFill>
                  <a:srgbClr val="1A1A1A"/>
                </a:solidFill>
                <a:latin typeface="e-Ukraine" panose="00000500000000000000" pitchFamily="50" charset="-52"/>
              </a:rPr>
              <a:t> </a:t>
            </a:r>
            <a:r>
              <a:rPr lang="en-US" sz="1200" dirty="0" err="1">
                <a:solidFill>
                  <a:srgbClr val="1A1A1A"/>
                </a:solidFill>
                <a:latin typeface="e-Ukraine" panose="00000500000000000000" pitchFamily="50" charset="-52"/>
              </a:rPr>
              <a:t>tation</a:t>
            </a:r>
            <a:r>
              <a:rPr lang="uk-UA" sz="1200" dirty="0">
                <a:solidFill>
                  <a:srgbClr val="1A1A1A"/>
                </a:solidFill>
                <a:latin typeface="e-Ukraine" panose="00000500000000000000" pitchFamily="50" charset="-52"/>
              </a:rPr>
              <a:t>.</a:t>
            </a:r>
          </a:p>
        </p:txBody>
      </p:sp>
      <p:sp>
        <p:nvSpPr>
          <p:cNvPr id="8" name="Rectangle: Diagonal Corners Snipped 7">
            <a:extLst>
              <a:ext uri="{FF2B5EF4-FFF2-40B4-BE49-F238E27FC236}">
                <a16:creationId xmlns:a16="http://schemas.microsoft.com/office/drawing/2014/main" id="{039F91CA-8B96-5560-6DCA-357EE774B3D3}"/>
              </a:ext>
            </a:extLst>
          </p:cNvPr>
          <p:cNvSpPr/>
          <p:nvPr/>
        </p:nvSpPr>
        <p:spPr>
          <a:xfrm>
            <a:off x="234316" y="887100"/>
            <a:ext cx="606558" cy="555698"/>
          </a:xfrm>
          <a:prstGeom prst="snip2DiagRect">
            <a:avLst/>
          </a:prstGeom>
          <a:solidFill>
            <a:srgbClr val="BCBA87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ts val="3933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78" b="0" i="0" u="none" strike="noStrike" kern="0" cap="none" spc="-66" normalizeH="0" baseline="0" noProof="0" dirty="0">
                <a:ln>
                  <a:noFill/>
                </a:ln>
                <a:solidFill>
                  <a:srgbClr val="000000">
                    <a:alpha val="99000"/>
                  </a:srgbClr>
                </a:solidFill>
                <a:effectLst/>
                <a:uLnTx/>
                <a:uFillTx/>
                <a:latin typeface="Zbroya_021" pitchFamily="34" charset="0"/>
                <a:ea typeface="Zbroya_021" pitchFamily="34" charset="-122"/>
                <a:cs typeface="Zbroya_021" pitchFamily="34" charset="-120"/>
              </a:rPr>
              <a:t>1</a:t>
            </a:r>
            <a:endParaRPr kumimoji="0" lang="en-US" sz="3278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Rectangle: Diagonal Corners Snipped 8">
            <a:extLst>
              <a:ext uri="{FF2B5EF4-FFF2-40B4-BE49-F238E27FC236}">
                <a16:creationId xmlns:a16="http://schemas.microsoft.com/office/drawing/2014/main" id="{C4AF1158-10C1-BA6C-57DC-E995053410CB}"/>
              </a:ext>
            </a:extLst>
          </p:cNvPr>
          <p:cNvSpPr/>
          <p:nvPr/>
        </p:nvSpPr>
        <p:spPr>
          <a:xfrm>
            <a:off x="234316" y="2747590"/>
            <a:ext cx="8675368" cy="1937697"/>
          </a:xfrm>
          <a:prstGeom prst="snip2DiagRect">
            <a:avLst>
              <a:gd name="adj1" fmla="val 0"/>
              <a:gd name="adj2" fmla="val 6598"/>
            </a:avLst>
          </a:prstGeom>
          <a:solidFill>
            <a:srgbClr val="1A1A1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uk-UA" sz="1200" b="1" dirty="0">
                <a:solidFill>
                  <a:schemeClr val="bg1"/>
                </a:solidFill>
                <a:latin typeface="e-Ukraine" panose="00000500000000000000" pitchFamily="50" charset="-52"/>
              </a:rPr>
              <a:t>	Заголовок блоку, Шрифт </a:t>
            </a:r>
            <a:r>
              <a:rPr lang="en-US" sz="1200" b="1" dirty="0">
                <a:solidFill>
                  <a:schemeClr val="bg1"/>
                </a:solidFill>
                <a:latin typeface="e-Ukraine" panose="00000500000000000000" pitchFamily="50" charset="-52"/>
              </a:rPr>
              <a:t>e-Ukraine Bold </a:t>
            </a:r>
            <a:r>
              <a:rPr lang="uk-UA" sz="1200" b="1" dirty="0">
                <a:solidFill>
                  <a:schemeClr val="bg1"/>
                </a:solidFill>
                <a:latin typeface="e-Ukraine" panose="00000500000000000000" pitchFamily="50" charset="-52"/>
              </a:rPr>
              <a:t>12</a:t>
            </a:r>
            <a:r>
              <a:rPr lang="en-US" sz="1200" b="1" dirty="0">
                <a:solidFill>
                  <a:schemeClr val="bg1"/>
                </a:solidFill>
                <a:latin typeface="e-Ukraine" panose="00000500000000000000" pitchFamily="50" charset="-52"/>
              </a:rPr>
              <a:t> pt</a:t>
            </a:r>
            <a:endParaRPr lang="uk-UA" sz="1200" b="1" dirty="0">
              <a:solidFill>
                <a:schemeClr val="bg1"/>
              </a:solidFill>
              <a:latin typeface="e-Ukraine" panose="00000500000000000000" pitchFamily="50" charset="-52"/>
            </a:endParaRPr>
          </a:p>
          <a:p>
            <a:endParaRPr lang="uk-UA" sz="1200" dirty="0">
              <a:solidFill>
                <a:schemeClr val="bg1"/>
              </a:solidFill>
              <a:latin typeface="e-Ukraine" panose="00000500000000000000" pitchFamily="50" charset="-52"/>
            </a:endParaRPr>
          </a:p>
          <a:p>
            <a:r>
              <a:rPr lang="uk-UA" sz="1200" dirty="0">
                <a:solidFill>
                  <a:schemeClr val="bg1"/>
                </a:solidFill>
                <a:latin typeface="e-Ukraine" panose="00000500000000000000" pitchFamily="50" charset="-52"/>
              </a:rPr>
              <a:t>Основний текст блоку, Шрифт </a:t>
            </a:r>
            <a:r>
              <a:rPr lang="en-US" sz="1200" dirty="0">
                <a:solidFill>
                  <a:schemeClr val="bg1"/>
                </a:solidFill>
                <a:latin typeface="e-Ukraine" panose="00000500000000000000" pitchFamily="50" charset="-52"/>
              </a:rPr>
              <a:t>e-Ukraine </a:t>
            </a:r>
            <a:r>
              <a:rPr lang="uk-UA" sz="1200" dirty="0">
                <a:solidFill>
                  <a:schemeClr val="bg1"/>
                </a:solidFill>
                <a:latin typeface="e-Ukraine" panose="00000500000000000000" pitchFamily="50" charset="-52"/>
              </a:rPr>
              <a:t>10-12</a:t>
            </a:r>
            <a:r>
              <a:rPr lang="en-US" sz="1200" dirty="0">
                <a:solidFill>
                  <a:schemeClr val="bg1"/>
                </a:solidFill>
                <a:latin typeface="e-Ukraine" panose="00000500000000000000" pitchFamily="50" charset="-52"/>
              </a:rPr>
              <a:t> pt</a:t>
            </a:r>
            <a:r>
              <a:rPr lang="uk-UA" sz="1200" dirty="0">
                <a:solidFill>
                  <a:schemeClr val="bg1"/>
                </a:solidFill>
                <a:latin typeface="e-Ukraine" panose="00000500000000000000" pitchFamily="50" charset="-52"/>
              </a:rPr>
              <a:t>. Наприклад </a:t>
            </a:r>
            <a:r>
              <a:rPr lang="en-US" sz="1200" dirty="0">
                <a:solidFill>
                  <a:schemeClr val="bg1"/>
                </a:solidFill>
                <a:latin typeface="e-Ukraine" panose="00000500000000000000" pitchFamily="50" charset="-52"/>
              </a:rPr>
              <a:t>Lorem ipsum dolor sit </a:t>
            </a:r>
            <a:r>
              <a:rPr lang="en-US" sz="1200" dirty="0" err="1">
                <a:solidFill>
                  <a:schemeClr val="bg1"/>
                </a:solidFill>
                <a:latin typeface="e-Ukraine" panose="00000500000000000000" pitchFamily="50" charset="-52"/>
              </a:rPr>
              <a:t>amet</a:t>
            </a:r>
            <a:r>
              <a:rPr lang="en-US" sz="1200" dirty="0">
                <a:solidFill>
                  <a:schemeClr val="bg1"/>
                </a:solidFill>
                <a:latin typeface="e-Ukraine" panose="00000500000000000000" pitchFamily="50" charset="-52"/>
              </a:rPr>
              <a:t>, </a:t>
            </a:r>
            <a:r>
              <a:rPr lang="en-US" sz="1200" dirty="0" err="1">
                <a:solidFill>
                  <a:schemeClr val="bg1"/>
                </a:solidFill>
                <a:latin typeface="e-Ukraine" panose="00000500000000000000" pitchFamily="50" charset="-52"/>
              </a:rPr>
              <a:t>consectetuer</a:t>
            </a:r>
            <a:r>
              <a:rPr lang="en-US" sz="1200" dirty="0">
                <a:solidFill>
                  <a:schemeClr val="bg1"/>
                </a:solidFill>
                <a:latin typeface="e-Ukraine" panose="00000500000000000000" pitchFamily="50" charset="-52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e-Ukraine" panose="00000500000000000000" pitchFamily="50" charset="-52"/>
              </a:rPr>
              <a:t>adipiscing</a:t>
            </a:r>
            <a:r>
              <a:rPr lang="en-US" sz="1200" dirty="0">
                <a:solidFill>
                  <a:schemeClr val="bg1"/>
                </a:solidFill>
                <a:latin typeface="e-Ukraine" panose="00000500000000000000" pitchFamily="50" charset="-52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e-Ukraine" panose="00000500000000000000" pitchFamily="50" charset="-52"/>
              </a:rPr>
              <a:t>elit</a:t>
            </a:r>
            <a:r>
              <a:rPr lang="en-US" sz="1200" dirty="0">
                <a:solidFill>
                  <a:schemeClr val="bg1"/>
                </a:solidFill>
                <a:latin typeface="e-Ukraine" panose="00000500000000000000" pitchFamily="50" charset="-52"/>
              </a:rPr>
              <a:t>, sed diam </a:t>
            </a:r>
            <a:r>
              <a:rPr lang="en-US" sz="1200" dirty="0" err="1">
                <a:solidFill>
                  <a:schemeClr val="bg1"/>
                </a:solidFill>
                <a:latin typeface="e-Ukraine" panose="00000500000000000000" pitchFamily="50" charset="-52"/>
              </a:rPr>
              <a:t>nonummy</a:t>
            </a:r>
            <a:r>
              <a:rPr lang="en-US" sz="1200" dirty="0">
                <a:solidFill>
                  <a:schemeClr val="bg1"/>
                </a:solidFill>
                <a:latin typeface="e-Ukraine" panose="00000500000000000000" pitchFamily="50" charset="-52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e-Ukraine" panose="00000500000000000000" pitchFamily="50" charset="-52"/>
              </a:rPr>
              <a:t>nibh</a:t>
            </a:r>
            <a:r>
              <a:rPr lang="en-US" sz="1200" dirty="0">
                <a:solidFill>
                  <a:schemeClr val="bg1"/>
                </a:solidFill>
                <a:latin typeface="e-Ukraine" panose="00000500000000000000" pitchFamily="50" charset="-52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e-Ukraine" panose="00000500000000000000" pitchFamily="50" charset="-52"/>
              </a:rPr>
              <a:t>euismod</a:t>
            </a:r>
            <a:r>
              <a:rPr lang="en-US" sz="1200" dirty="0">
                <a:solidFill>
                  <a:schemeClr val="bg1"/>
                </a:solidFill>
                <a:latin typeface="e-Ukraine" panose="00000500000000000000" pitchFamily="50" charset="-52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e-Ukraine" panose="00000500000000000000" pitchFamily="50" charset="-52"/>
              </a:rPr>
              <a:t>tincidunt</a:t>
            </a:r>
            <a:r>
              <a:rPr lang="en-US" sz="1200" dirty="0">
                <a:solidFill>
                  <a:schemeClr val="bg1"/>
                </a:solidFill>
                <a:latin typeface="e-Ukraine" panose="00000500000000000000" pitchFamily="50" charset="-52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e-Ukraine" panose="00000500000000000000" pitchFamily="50" charset="-52"/>
              </a:rPr>
              <a:t>ut</a:t>
            </a:r>
            <a:r>
              <a:rPr lang="en-US" sz="1200" dirty="0">
                <a:solidFill>
                  <a:schemeClr val="bg1"/>
                </a:solidFill>
                <a:latin typeface="e-Ukraine" panose="00000500000000000000" pitchFamily="50" charset="-52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e-Ukraine" panose="00000500000000000000" pitchFamily="50" charset="-52"/>
              </a:rPr>
              <a:t>laoreet</a:t>
            </a:r>
            <a:r>
              <a:rPr lang="en-US" sz="1200" dirty="0">
                <a:solidFill>
                  <a:schemeClr val="bg1"/>
                </a:solidFill>
                <a:latin typeface="e-Ukraine" panose="00000500000000000000" pitchFamily="50" charset="-52"/>
              </a:rPr>
              <a:t> dolore magna </a:t>
            </a:r>
            <a:r>
              <a:rPr lang="en-US" sz="1200" dirty="0" err="1">
                <a:solidFill>
                  <a:schemeClr val="bg1"/>
                </a:solidFill>
                <a:latin typeface="e-Ukraine" panose="00000500000000000000" pitchFamily="50" charset="-52"/>
              </a:rPr>
              <a:t>aliquam</a:t>
            </a:r>
            <a:r>
              <a:rPr lang="en-US" sz="1200" dirty="0">
                <a:solidFill>
                  <a:schemeClr val="bg1"/>
                </a:solidFill>
                <a:latin typeface="e-Ukraine" panose="00000500000000000000" pitchFamily="50" charset="-52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e-Ukraine" panose="00000500000000000000" pitchFamily="50" charset="-52"/>
              </a:rPr>
              <a:t>erat</a:t>
            </a:r>
            <a:r>
              <a:rPr lang="en-US" sz="1200" dirty="0">
                <a:solidFill>
                  <a:schemeClr val="bg1"/>
                </a:solidFill>
                <a:latin typeface="e-Ukraine" panose="00000500000000000000" pitchFamily="50" charset="-52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e-Ukraine" panose="00000500000000000000" pitchFamily="50" charset="-52"/>
              </a:rPr>
              <a:t>volutpat</a:t>
            </a:r>
            <a:r>
              <a:rPr lang="en-US" sz="1200" dirty="0">
                <a:solidFill>
                  <a:schemeClr val="bg1"/>
                </a:solidFill>
                <a:latin typeface="e-Ukraine" panose="00000500000000000000" pitchFamily="50" charset="-52"/>
              </a:rPr>
              <a:t>. Ut </a:t>
            </a:r>
            <a:r>
              <a:rPr lang="en-US" sz="1200" dirty="0" err="1">
                <a:solidFill>
                  <a:schemeClr val="bg1"/>
                </a:solidFill>
                <a:latin typeface="e-Ukraine" panose="00000500000000000000" pitchFamily="50" charset="-52"/>
              </a:rPr>
              <a:t>wisi</a:t>
            </a:r>
            <a:r>
              <a:rPr lang="en-US" sz="1200" dirty="0">
                <a:solidFill>
                  <a:schemeClr val="bg1"/>
                </a:solidFill>
                <a:latin typeface="e-Ukraine" panose="00000500000000000000" pitchFamily="50" charset="-52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e-Ukraine" panose="00000500000000000000" pitchFamily="50" charset="-52"/>
              </a:rPr>
              <a:t>enim</a:t>
            </a:r>
            <a:r>
              <a:rPr lang="en-US" sz="1200" dirty="0">
                <a:solidFill>
                  <a:schemeClr val="bg1"/>
                </a:solidFill>
                <a:latin typeface="e-Ukraine" panose="00000500000000000000" pitchFamily="50" charset="-52"/>
              </a:rPr>
              <a:t> ad minim </a:t>
            </a:r>
            <a:r>
              <a:rPr lang="en-US" sz="1200" dirty="0" err="1">
                <a:solidFill>
                  <a:schemeClr val="bg1"/>
                </a:solidFill>
                <a:latin typeface="e-Ukraine" panose="00000500000000000000" pitchFamily="50" charset="-52"/>
              </a:rPr>
              <a:t>veniam</a:t>
            </a:r>
            <a:r>
              <a:rPr lang="en-US" sz="1200" dirty="0">
                <a:solidFill>
                  <a:schemeClr val="bg1"/>
                </a:solidFill>
                <a:latin typeface="e-Ukraine" panose="00000500000000000000" pitchFamily="50" charset="-52"/>
              </a:rPr>
              <a:t>, </a:t>
            </a:r>
            <a:r>
              <a:rPr lang="en-US" sz="1200" dirty="0" err="1">
                <a:solidFill>
                  <a:schemeClr val="bg1"/>
                </a:solidFill>
                <a:latin typeface="e-Ukraine" panose="00000500000000000000" pitchFamily="50" charset="-52"/>
              </a:rPr>
              <a:t>quis</a:t>
            </a:r>
            <a:r>
              <a:rPr lang="en-US" sz="1200" dirty="0">
                <a:solidFill>
                  <a:schemeClr val="bg1"/>
                </a:solidFill>
                <a:latin typeface="e-Ukraine" panose="00000500000000000000" pitchFamily="50" charset="-52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e-Ukraine" panose="00000500000000000000" pitchFamily="50" charset="-52"/>
              </a:rPr>
              <a:t>nostrud</a:t>
            </a:r>
            <a:r>
              <a:rPr lang="en-US" sz="1200" dirty="0">
                <a:solidFill>
                  <a:schemeClr val="bg1"/>
                </a:solidFill>
                <a:latin typeface="e-Ukraine" panose="00000500000000000000" pitchFamily="50" charset="-52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e-Ukraine" panose="00000500000000000000" pitchFamily="50" charset="-52"/>
              </a:rPr>
              <a:t>exerci</a:t>
            </a:r>
            <a:r>
              <a:rPr lang="en-US" sz="1200" dirty="0">
                <a:solidFill>
                  <a:schemeClr val="bg1"/>
                </a:solidFill>
                <a:latin typeface="e-Ukraine" panose="00000500000000000000" pitchFamily="50" charset="-52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e-Ukraine" panose="00000500000000000000" pitchFamily="50" charset="-52"/>
              </a:rPr>
              <a:t>tation</a:t>
            </a:r>
            <a:r>
              <a:rPr lang="uk-UA" sz="1200" dirty="0">
                <a:solidFill>
                  <a:schemeClr val="bg1"/>
                </a:solidFill>
                <a:latin typeface="e-Ukraine" panose="00000500000000000000" pitchFamily="50" charset="-52"/>
              </a:rPr>
              <a:t>.</a:t>
            </a:r>
          </a:p>
          <a:p>
            <a:r>
              <a:rPr lang="uk-UA" sz="1200" dirty="0">
                <a:solidFill>
                  <a:schemeClr val="bg1"/>
                </a:solidFill>
                <a:latin typeface="e-Ukraine" panose="00000500000000000000" pitchFamily="50" charset="-52"/>
              </a:rPr>
              <a:t>Основний текст блоку, Шрифт </a:t>
            </a:r>
            <a:r>
              <a:rPr lang="en-US" sz="1200" dirty="0">
                <a:solidFill>
                  <a:schemeClr val="bg1"/>
                </a:solidFill>
                <a:latin typeface="e-Ukraine" panose="00000500000000000000" pitchFamily="50" charset="-52"/>
              </a:rPr>
              <a:t>e-Ukraine </a:t>
            </a:r>
            <a:r>
              <a:rPr lang="uk-UA" sz="1200" dirty="0">
                <a:solidFill>
                  <a:schemeClr val="bg1"/>
                </a:solidFill>
                <a:latin typeface="e-Ukraine" panose="00000500000000000000" pitchFamily="50" charset="-52"/>
              </a:rPr>
              <a:t>10-12</a:t>
            </a:r>
            <a:r>
              <a:rPr lang="en-US" sz="1200" dirty="0">
                <a:solidFill>
                  <a:schemeClr val="bg1"/>
                </a:solidFill>
                <a:latin typeface="e-Ukraine" panose="00000500000000000000" pitchFamily="50" charset="-52"/>
              </a:rPr>
              <a:t> pt</a:t>
            </a:r>
            <a:r>
              <a:rPr lang="uk-UA" sz="1200" dirty="0">
                <a:solidFill>
                  <a:schemeClr val="bg1"/>
                </a:solidFill>
                <a:latin typeface="e-Ukraine" panose="00000500000000000000" pitchFamily="50" charset="-52"/>
              </a:rPr>
              <a:t>. Наприклад </a:t>
            </a:r>
            <a:r>
              <a:rPr lang="en-US" sz="1200" dirty="0">
                <a:solidFill>
                  <a:schemeClr val="bg1"/>
                </a:solidFill>
                <a:latin typeface="e-Ukraine" panose="00000500000000000000" pitchFamily="50" charset="-52"/>
              </a:rPr>
              <a:t>Lorem ipsum dolor sit </a:t>
            </a:r>
            <a:r>
              <a:rPr lang="en-US" sz="1200" dirty="0" err="1">
                <a:solidFill>
                  <a:schemeClr val="bg1"/>
                </a:solidFill>
                <a:latin typeface="e-Ukraine" panose="00000500000000000000" pitchFamily="50" charset="-52"/>
              </a:rPr>
              <a:t>amet</a:t>
            </a:r>
            <a:r>
              <a:rPr lang="en-US" sz="1200" dirty="0">
                <a:solidFill>
                  <a:schemeClr val="bg1"/>
                </a:solidFill>
                <a:latin typeface="e-Ukraine" panose="00000500000000000000" pitchFamily="50" charset="-52"/>
              </a:rPr>
              <a:t>, </a:t>
            </a:r>
            <a:r>
              <a:rPr lang="en-US" sz="1200" dirty="0" err="1">
                <a:solidFill>
                  <a:schemeClr val="bg1"/>
                </a:solidFill>
                <a:latin typeface="e-Ukraine" panose="00000500000000000000" pitchFamily="50" charset="-52"/>
              </a:rPr>
              <a:t>consectetuer</a:t>
            </a:r>
            <a:r>
              <a:rPr lang="en-US" sz="1200" dirty="0">
                <a:solidFill>
                  <a:schemeClr val="bg1"/>
                </a:solidFill>
                <a:latin typeface="e-Ukraine" panose="00000500000000000000" pitchFamily="50" charset="-52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e-Ukraine" panose="00000500000000000000" pitchFamily="50" charset="-52"/>
              </a:rPr>
              <a:t>adipiscing</a:t>
            </a:r>
            <a:r>
              <a:rPr lang="en-US" sz="1200" dirty="0">
                <a:solidFill>
                  <a:schemeClr val="bg1"/>
                </a:solidFill>
                <a:latin typeface="e-Ukraine" panose="00000500000000000000" pitchFamily="50" charset="-52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e-Ukraine" panose="00000500000000000000" pitchFamily="50" charset="-52"/>
              </a:rPr>
              <a:t>elit</a:t>
            </a:r>
            <a:r>
              <a:rPr lang="en-US" sz="1200" dirty="0">
                <a:solidFill>
                  <a:schemeClr val="bg1"/>
                </a:solidFill>
                <a:latin typeface="e-Ukraine" panose="00000500000000000000" pitchFamily="50" charset="-52"/>
              </a:rPr>
              <a:t>, sed diam </a:t>
            </a:r>
            <a:r>
              <a:rPr lang="en-US" sz="1200" dirty="0" err="1">
                <a:solidFill>
                  <a:schemeClr val="bg1"/>
                </a:solidFill>
                <a:latin typeface="e-Ukraine" panose="00000500000000000000" pitchFamily="50" charset="-52"/>
              </a:rPr>
              <a:t>nonummy</a:t>
            </a:r>
            <a:r>
              <a:rPr lang="en-US" sz="1200" dirty="0">
                <a:solidFill>
                  <a:schemeClr val="bg1"/>
                </a:solidFill>
                <a:latin typeface="e-Ukraine" panose="00000500000000000000" pitchFamily="50" charset="-52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e-Ukraine" panose="00000500000000000000" pitchFamily="50" charset="-52"/>
              </a:rPr>
              <a:t>nibh</a:t>
            </a:r>
            <a:r>
              <a:rPr lang="en-US" sz="1200" dirty="0">
                <a:solidFill>
                  <a:schemeClr val="bg1"/>
                </a:solidFill>
                <a:latin typeface="e-Ukraine" panose="00000500000000000000" pitchFamily="50" charset="-52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e-Ukraine" panose="00000500000000000000" pitchFamily="50" charset="-52"/>
              </a:rPr>
              <a:t>euismod</a:t>
            </a:r>
            <a:r>
              <a:rPr lang="en-US" sz="1200" dirty="0">
                <a:solidFill>
                  <a:schemeClr val="bg1"/>
                </a:solidFill>
                <a:latin typeface="e-Ukraine" panose="00000500000000000000" pitchFamily="50" charset="-52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e-Ukraine" panose="00000500000000000000" pitchFamily="50" charset="-52"/>
              </a:rPr>
              <a:t>tincidunt</a:t>
            </a:r>
            <a:r>
              <a:rPr lang="en-US" sz="1200" dirty="0">
                <a:solidFill>
                  <a:schemeClr val="bg1"/>
                </a:solidFill>
                <a:latin typeface="e-Ukraine" panose="00000500000000000000" pitchFamily="50" charset="-52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e-Ukraine" panose="00000500000000000000" pitchFamily="50" charset="-52"/>
              </a:rPr>
              <a:t>ut</a:t>
            </a:r>
            <a:r>
              <a:rPr lang="en-US" sz="1200" dirty="0">
                <a:solidFill>
                  <a:schemeClr val="bg1"/>
                </a:solidFill>
                <a:latin typeface="e-Ukraine" panose="00000500000000000000" pitchFamily="50" charset="-52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e-Ukraine" panose="00000500000000000000" pitchFamily="50" charset="-52"/>
              </a:rPr>
              <a:t>laoreet</a:t>
            </a:r>
            <a:r>
              <a:rPr lang="en-US" sz="1200" dirty="0">
                <a:solidFill>
                  <a:schemeClr val="bg1"/>
                </a:solidFill>
                <a:latin typeface="e-Ukraine" panose="00000500000000000000" pitchFamily="50" charset="-52"/>
              </a:rPr>
              <a:t> dolore magna </a:t>
            </a:r>
            <a:r>
              <a:rPr lang="en-US" sz="1200" dirty="0" err="1">
                <a:solidFill>
                  <a:schemeClr val="bg1"/>
                </a:solidFill>
                <a:latin typeface="e-Ukraine" panose="00000500000000000000" pitchFamily="50" charset="-52"/>
              </a:rPr>
              <a:t>aliquam</a:t>
            </a:r>
            <a:r>
              <a:rPr lang="en-US" sz="1200" dirty="0">
                <a:solidFill>
                  <a:schemeClr val="bg1"/>
                </a:solidFill>
                <a:latin typeface="e-Ukraine" panose="00000500000000000000" pitchFamily="50" charset="-52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e-Ukraine" panose="00000500000000000000" pitchFamily="50" charset="-52"/>
              </a:rPr>
              <a:t>erat</a:t>
            </a:r>
            <a:r>
              <a:rPr lang="en-US" sz="1200" dirty="0">
                <a:solidFill>
                  <a:schemeClr val="bg1"/>
                </a:solidFill>
                <a:latin typeface="e-Ukraine" panose="00000500000000000000" pitchFamily="50" charset="-52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e-Ukraine" panose="00000500000000000000" pitchFamily="50" charset="-52"/>
              </a:rPr>
              <a:t>volutpat</a:t>
            </a:r>
            <a:r>
              <a:rPr lang="en-US" sz="1200" dirty="0">
                <a:solidFill>
                  <a:schemeClr val="bg1"/>
                </a:solidFill>
                <a:latin typeface="e-Ukraine" panose="00000500000000000000" pitchFamily="50" charset="-52"/>
              </a:rPr>
              <a:t>. Ut </a:t>
            </a:r>
            <a:r>
              <a:rPr lang="en-US" sz="1200" dirty="0" err="1">
                <a:solidFill>
                  <a:schemeClr val="bg1"/>
                </a:solidFill>
                <a:latin typeface="e-Ukraine" panose="00000500000000000000" pitchFamily="50" charset="-52"/>
              </a:rPr>
              <a:t>wisi</a:t>
            </a:r>
            <a:r>
              <a:rPr lang="en-US" sz="1200" dirty="0">
                <a:solidFill>
                  <a:schemeClr val="bg1"/>
                </a:solidFill>
                <a:latin typeface="e-Ukraine" panose="00000500000000000000" pitchFamily="50" charset="-52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e-Ukraine" panose="00000500000000000000" pitchFamily="50" charset="-52"/>
              </a:rPr>
              <a:t>enim</a:t>
            </a:r>
            <a:r>
              <a:rPr lang="en-US" sz="1200" dirty="0">
                <a:solidFill>
                  <a:schemeClr val="bg1"/>
                </a:solidFill>
                <a:latin typeface="e-Ukraine" panose="00000500000000000000" pitchFamily="50" charset="-52"/>
              </a:rPr>
              <a:t> ad minim </a:t>
            </a:r>
            <a:r>
              <a:rPr lang="en-US" sz="1200" dirty="0" err="1">
                <a:solidFill>
                  <a:schemeClr val="bg1"/>
                </a:solidFill>
                <a:latin typeface="e-Ukraine" panose="00000500000000000000" pitchFamily="50" charset="-52"/>
              </a:rPr>
              <a:t>veniam</a:t>
            </a:r>
            <a:r>
              <a:rPr lang="en-US" sz="1200" dirty="0">
                <a:solidFill>
                  <a:schemeClr val="bg1"/>
                </a:solidFill>
                <a:latin typeface="e-Ukraine" panose="00000500000000000000" pitchFamily="50" charset="-52"/>
              </a:rPr>
              <a:t>, </a:t>
            </a:r>
            <a:r>
              <a:rPr lang="en-US" sz="1200" dirty="0" err="1">
                <a:solidFill>
                  <a:schemeClr val="bg1"/>
                </a:solidFill>
                <a:latin typeface="e-Ukraine" panose="00000500000000000000" pitchFamily="50" charset="-52"/>
              </a:rPr>
              <a:t>quis</a:t>
            </a:r>
            <a:r>
              <a:rPr lang="en-US" sz="1200" dirty="0">
                <a:solidFill>
                  <a:schemeClr val="bg1"/>
                </a:solidFill>
                <a:latin typeface="e-Ukraine" panose="00000500000000000000" pitchFamily="50" charset="-52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e-Ukraine" panose="00000500000000000000" pitchFamily="50" charset="-52"/>
              </a:rPr>
              <a:t>nostrud</a:t>
            </a:r>
            <a:r>
              <a:rPr lang="en-US" sz="1200" dirty="0">
                <a:solidFill>
                  <a:schemeClr val="bg1"/>
                </a:solidFill>
                <a:latin typeface="e-Ukraine" panose="00000500000000000000" pitchFamily="50" charset="-52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e-Ukraine" panose="00000500000000000000" pitchFamily="50" charset="-52"/>
              </a:rPr>
              <a:t>exerci</a:t>
            </a:r>
            <a:r>
              <a:rPr lang="en-US" sz="1200" dirty="0">
                <a:solidFill>
                  <a:schemeClr val="bg1"/>
                </a:solidFill>
                <a:latin typeface="e-Ukraine" panose="00000500000000000000" pitchFamily="50" charset="-52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e-Ukraine" panose="00000500000000000000" pitchFamily="50" charset="-52"/>
              </a:rPr>
              <a:t>tation</a:t>
            </a:r>
            <a:r>
              <a:rPr lang="uk-UA" sz="1200" dirty="0">
                <a:solidFill>
                  <a:schemeClr val="bg1"/>
                </a:solidFill>
                <a:latin typeface="e-Ukraine" panose="00000500000000000000" pitchFamily="50" charset="-52"/>
              </a:rPr>
              <a:t>.</a:t>
            </a:r>
          </a:p>
        </p:txBody>
      </p:sp>
      <p:sp>
        <p:nvSpPr>
          <p:cNvPr id="10" name="Rectangle: Diagonal Corners Snipped 9">
            <a:extLst>
              <a:ext uri="{FF2B5EF4-FFF2-40B4-BE49-F238E27FC236}">
                <a16:creationId xmlns:a16="http://schemas.microsoft.com/office/drawing/2014/main" id="{32E78929-D3B8-AB34-54F7-6AAC8B009F3A}"/>
              </a:ext>
            </a:extLst>
          </p:cNvPr>
          <p:cNvSpPr/>
          <p:nvPr/>
        </p:nvSpPr>
        <p:spPr>
          <a:xfrm>
            <a:off x="234316" y="2486288"/>
            <a:ext cx="606558" cy="555698"/>
          </a:xfrm>
          <a:prstGeom prst="snip2DiagRect">
            <a:avLst/>
          </a:prstGeom>
          <a:solidFill>
            <a:srgbClr val="1A1A1A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ts val="3933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uk-UA" sz="3278" b="0" i="0" u="none" strike="noStrike" kern="0" cap="none" spc="-66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Zbroya_021" pitchFamily="34" charset="0"/>
                <a:ea typeface="Zbroya_021" pitchFamily="34" charset="-122"/>
                <a:cs typeface="Zbroya_021" pitchFamily="34" charset="-120"/>
              </a:rPr>
              <a:t>2</a:t>
            </a:r>
            <a:endParaRPr kumimoji="0" lang="en-US" sz="3278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535136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3600E40B-B4A2-D901-3D09-D0FD41E8899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181873" y="197455"/>
            <a:ext cx="727811" cy="256081"/>
          </a:xfrm>
          <a:prstGeom prst="rect">
            <a:avLst/>
          </a:prstGeom>
        </p:spPr>
      </p:pic>
      <p:sp>
        <p:nvSpPr>
          <p:cNvPr id="6" name="Text 0">
            <a:extLst>
              <a:ext uri="{FF2B5EF4-FFF2-40B4-BE49-F238E27FC236}">
                <a16:creationId xmlns:a16="http://schemas.microsoft.com/office/drawing/2014/main" id="{F55F90BD-8DB5-AEA1-469E-085739EACA61}"/>
              </a:ext>
            </a:extLst>
          </p:cNvPr>
          <p:cNvSpPr/>
          <p:nvPr/>
        </p:nvSpPr>
        <p:spPr>
          <a:xfrm>
            <a:off x="234316" y="107731"/>
            <a:ext cx="5859133" cy="5780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uk-UA" sz="2000" kern="0" spc="-70" dirty="0">
                <a:solidFill>
                  <a:srgbClr val="1A1A1A"/>
                </a:solidFill>
                <a:latin typeface="e-Ukraine Head Bold" panose="00000800000000000000" pitchFamily="50" charset="-52"/>
                <a:ea typeface="e-Ukraine Head" pitchFamily="34" charset="-122"/>
                <a:cs typeface="e-Ukraine Head" pitchFamily="34" charset="-120"/>
              </a:rPr>
              <a:t>Приклад слайду з коротким списком ключових пунктів</a:t>
            </a:r>
            <a:endParaRPr lang="en-US" sz="2000" kern="0" spc="-70" dirty="0">
              <a:solidFill>
                <a:srgbClr val="1A1A1A"/>
              </a:solidFill>
              <a:latin typeface="e-Ukraine Head Bold" panose="00000800000000000000" pitchFamily="50" charset="-52"/>
              <a:ea typeface="e-Ukraine Head" pitchFamily="34" charset="-122"/>
              <a:cs typeface="e-Ukraine Head" pitchFamily="34" charset="-120"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B95BAFEA-BC7A-2776-75B7-C381D15CE4A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90784" y="197455"/>
            <a:ext cx="1493513" cy="274319"/>
          </a:xfrm>
          <a:prstGeom prst="rect">
            <a:avLst/>
          </a:prstGeom>
        </p:spPr>
      </p:pic>
      <p:sp>
        <p:nvSpPr>
          <p:cNvPr id="11" name="Rectangle: Diagonal Corners Snipped 10">
            <a:extLst>
              <a:ext uri="{FF2B5EF4-FFF2-40B4-BE49-F238E27FC236}">
                <a16:creationId xmlns:a16="http://schemas.microsoft.com/office/drawing/2014/main" id="{C3B1AF88-48AE-2821-1FFA-72C3903554BB}"/>
              </a:ext>
            </a:extLst>
          </p:cNvPr>
          <p:cNvSpPr/>
          <p:nvPr/>
        </p:nvSpPr>
        <p:spPr>
          <a:xfrm>
            <a:off x="234316" y="1148403"/>
            <a:ext cx="8675368" cy="495695"/>
          </a:xfrm>
          <a:prstGeom prst="snip2DiagRect">
            <a:avLst>
              <a:gd name="adj1" fmla="val 0"/>
              <a:gd name="adj2" fmla="val 31161"/>
            </a:avLst>
          </a:prstGeom>
          <a:solidFill>
            <a:srgbClr val="BCBA8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uk-UA" sz="1200" b="1" dirty="0">
                <a:solidFill>
                  <a:srgbClr val="1A1A1A"/>
                </a:solidFill>
                <a:latin typeface="e-Ukraine" panose="00000500000000000000" pitchFamily="50" charset="-52"/>
              </a:rPr>
              <a:t>	Заголовок блоку, Шрифт </a:t>
            </a:r>
            <a:r>
              <a:rPr lang="en-US" sz="1200" b="1" dirty="0">
                <a:solidFill>
                  <a:srgbClr val="1A1A1A"/>
                </a:solidFill>
                <a:latin typeface="e-Ukraine" panose="00000500000000000000" pitchFamily="50" charset="-52"/>
              </a:rPr>
              <a:t>e-Ukraine Bold </a:t>
            </a:r>
            <a:r>
              <a:rPr lang="uk-UA" sz="1200" b="1" dirty="0">
                <a:solidFill>
                  <a:srgbClr val="1A1A1A"/>
                </a:solidFill>
                <a:latin typeface="e-Ukraine" panose="00000500000000000000" pitchFamily="50" charset="-52"/>
              </a:rPr>
              <a:t>12</a:t>
            </a:r>
            <a:r>
              <a:rPr lang="en-US" sz="1200" b="1" dirty="0">
                <a:solidFill>
                  <a:srgbClr val="1A1A1A"/>
                </a:solidFill>
                <a:latin typeface="e-Ukraine" panose="00000500000000000000" pitchFamily="50" charset="-52"/>
              </a:rPr>
              <a:t> pt</a:t>
            </a:r>
            <a:endParaRPr lang="uk-UA" sz="1200" b="1" dirty="0">
              <a:solidFill>
                <a:srgbClr val="1A1A1A"/>
              </a:solidFill>
              <a:latin typeface="e-Ukraine" panose="00000500000000000000" pitchFamily="50" charset="-52"/>
            </a:endParaRPr>
          </a:p>
        </p:txBody>
      </p:sp>
      <p:sp>
        <p:nvSpPr>
          <p:cNvPr id="8" name="Rectangle: Diagonal Corners Snipped 7">
            <a:extLst>
              <a:ext uri="{FF2B5EF4-FFF2-40B4-BE49-F238E27FC236}">
                <a16:creationId xmlns:a16="http://schemas.microsoft.com/office/drawing/2014/main" id="{039F91CA-8B96-5560-6DCA-357EE774B3D3}"/>
              </a:ext>
            </a:extLst>
          </p:cNvPr>
          <p:cNvSpPr/>
          <p:nvPr/>
        </p:nvSpPr>
        <p:spPr>
          <a:xfrm>
            <a:off x="234316" y="887100"/>
            <a:ext cx="606558" cy="555698"/>
          </a:xfrm>
          <a:prstGeom prst="snip2DiagRect">
            <a:avLst/>
          </a:prstGeom>
          <a:solidFill>
            <a:srgbClr val="BCBA87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ts val="3933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78" b="0" i="0" u="none" strike="noStrike" kern="0" cap="none" spc="-66" normalizeH="0" baseline="0" noProof="0" dirty="0">
                <a:ln>
                  <a:noFill/>
                </a:ln>
                <a:solidFill>
                  <a:srgbClr val="000000">
                    <a:alpha val="99000"/>
                  </a:srgbClr>
                </a:solidFill>
                <a:effectLst/>
                <a:uLnTx/>
                <a:uFillTx/>
                <a:latin typeface="Zbroya_021" pitchFamily="34" charset="0"/>
                <a:ea typeface="Zbroya_021" pitchFamily="34" charset="-122"/>
                <a:cs typeface="Zbroya_021" pitchFamily="34" charset="-120"/>
              </a:rPr>
              <a:t>1</a:t>
            </a:r>
            <a:endParaRPr kumimoji="0" lang="en-US" sz="3278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Rectangle: Diagonal Corners Snipped 1">
            <a:extLst>
              <a:ext uri="{FF2B5EF4-FFF2-40B4-BE49-F238E27FC236}">
                <a16:creationId xmlns:a16="http://schemas.microsoft.com/office/drawing/2014/main" id="{0C1EB61B-7503-38F4-2E06-12E48D407029}"/>
              </a:ext>
            </a:extLst>
          </p:cNvPr>
          <p:cNvSpPr/>
          <p:nvPr/>
        </p:nvSpPr>
        <p:spPr>
          <a:xfrm>
            <a:off x="234316" y="2106701"/>
            <a:ext cx="8675368" cy="495695"/>
          </a:xfrm>
          <a:prstGeom prst="snip2DiagRect">
            <a:avLst>
              <a:gd name="adj1" fmla="val 0"/>
              <a:gd name="adj2" fmla="val 31161"/>
            </a:avLst>
          </a:prstGeom>
          <a:solidFill>
            <a:srgbClr val="BCBA8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uk-UA" sz="1200" b="1" dirty="0">
                <a:solidFill>
                  <a:srgbClr val="1A1A1A"/>
                </a:solidFill>
                <a:latin typeface="e-Ukraine" panose="00000500000000000000" pitchFamily="50" charset="-52"/>
              </a:rPr>
              <a:t>	Заголовок блоку, Шрифт </a:t>
            </a:r>
            <a:r>
              <a:rPr lang="en-US" sz="1200" b="1" dirty="0">
                <a:solidFill>
                  <a:srgbClr val="1A1A1A"/>
                </a:solidFill>
                <a:latin typeface="e-Ukraine" panose="00000500000000000000" pitchFamily="50" charset="-52"/>
              </a:rPr>
              <a:t>e-Ukraine Bold </a:t>
            </a:r>
            <a:r>
              <a:rPr lang="uk-UA" sz="1200" b="1" dirty="0">
                <a:solidFill>
                  <a:srgbClr val="1A1A1A"/>
                </a:solidFill>
                <a:latin typeface="e-Ukraine" panose="00000500000000000000" pitchFamily="50" charset="-52"/>
              </a:rPr>
              <a:t>12</a:t>
            </a:r>
            <a:r>
              <a:rPr lang="en-US" sz="1200" b="1" dirty="0">
                <a:solidFill>
                  <a:srgbClr val="1A1A1A"/>
                </a:solidFill>
                <a:latin typeface="e-Ukraine" panose="00000500000000000000" pitchFamily="50" charset="-52"/>
              </a:rPr>
              <a:t> pt</a:t>
            </a:r>
            <a:endParaRPr lang="uk-UA" sz="1200" b="1" dirty="0">
              <a:solidFill>
                <a:srgbClr val="1A1A1A"/>
              </a:solidFill>
              <a:latin typeface="e-Ukraine" panose="00000500000000000000" pitchFamily="50" charset="-52"/>
            </a:endParaRPr>
          </a:p>
        </p:txBody>
      </p:sp>
      <p:sp>
        <p:nvSpPr>
          <p:cNvPr id="4" name="Rectangle: Diagonal Corners Snipped 3">
            <a:extLst>
              <a:ext uri="{FF2B5EF4-FFF2-40B4-BE49-F238E27FC236}">
                <a16:creationId xmlns:a16="http://schemas.microsoft.com/office/drawing/2014/main" id="{23D41C00-590D-9761-0B85-9E164E97992E}"/>
              </a:ext>
            </a:extLst>
          </p:cNvPr>
          <p:cNvSpPr/>
          <p:nvPr/>
        </p:nvSpPr>
        <p:spPr>
          <a:xfrm>
            <a:off x="234316" y="1845398"/>
            <a:ext cx="606558" cy="555698"/>
          </a:xfrm>
          <a:prstGeom prst="snip2DiagRect">
            <a:avLst/>
          </a:prstGeom>
          <a:solidFill>
            <a:srgbClr val="BCBA87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ts val="3933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uk-UA" sz="3278" b="0" i="0" u="none" strike="noStrike" kern="0" cap="none" spc="-66" normalizeH="0" baseline="0" noProof="0" dirty="0">
                <a:ln>
                  <a:noFill/>
                </a:ln>
                <a:solidFill>
                  <a:srgbClr val="000000">
                    <a:alpha val="99000"/>
                  </a:srgbClr>
                </a:solidFill>
                <a:effectLst/>
                <a:uLnTx/>
                <a:uFillTx/>
                <a:latin typeface="Zbroya_021" pitchFamily="34" charset="0"/>
                <a:ea typeface="Zbroya_021" pitchFamily="34" charset="-122"/>
                <a:cs typeface="Zbroya_021" pitchFamily="34" charset="-120"/>
              </a:rPr>
              <a:t>2</a:t>
            </a:r>
            <a:endParaRPr kumimoji="0" lang="en-US" sz="3278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Rectangle: Diagonal Corners Snipped 4">
            <a:extLst>
              <a:ext uri="{FF2B5EF4-FFF2-40B4-BE49-F238E27FC236}">
                <a16:creationId xmlns:a16="http://schemas.microsoft.com/office/drawing/2014/main" id="{F37443AF-0D64-A6FB-164A-FE2F34A57506}"/>
              </a:ext>
            </a:extLst>
          </p:cNvPr>
          <p:cNvSpPr/>
          <p:nvPr/>
        </p:nvSpPr>
        <p:spPr>
          <a:xfrm>
            <a:off x="234316" y="3064999"/>
            <a:ext cx="8675368" cy="495695"/>
          </a:xfrm>
          <a:prstGeom prst="snip2DiagRect">
            <a:avLst>
              <a:gd name="adj1" fmla="val 0"/>
              <a:gd name="adj2" fmla="val 31161"/>
            </a:avLst>
          </a:prstGeom>
          <a:solidFill>
            <a:srgbClr val="BCBA8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uk-UA" sz="1200" b="1" dirty="0">
                <a:solidFill>
                  <a:srgbClr val="1A1A1A"/>
                </a:solidFill>
                <a:latin typeface="e-Ukraine" panose="00000500000000000000" pitchFamily="50" charset="-52"/>
              </a:rPr>
              <a:t>	Заголовок блоку, Шрифт </a:t>
            </a:r>
            <a:r>
              <a:rPr lang="en-US" sz="1200" b="1" dirty="0">
                <a:solidFill>
                  <a:srgbClr val="1A1A1A"/>
                </a:solidFill>
                <a:latin typeface="e-Ukraine" panose="00000500000000000000" pitchFamily="50" charset="-52"/>
              </a:rPr>
              <a:t>e-Ukraine Bold </a:t>
            </a:r>
            <a:r>
              <a:rPr lang="uk-UA" sz="1200" b="1" dirty="0">
                <a:solidFill>
                  <a:srgbClr val="1A1A1A"/>
                </a:solidFill>
                <a:latin typeface="e-Ukraine" panose="00000500000000000000" pitchFamily="50" charset="-52"/>
              </a:rPr>
              <a:t>12</a:t>
            </a:r>
            <a:r>
              <a:rPr lang="en-US" sz="1200" b="1" dirty="0">
                <a:solidFill>
                  <a:srgbClr val="1A1A1A"/>
                </a:solidFill>
                <a:latin typeface="e-Ukraine" panose="00000500000000000000" pitchFamily="50" charset="-52"/>
              </a:rPr>
              <a:t> pt</a:t>
            </a:r>
            <a:endParaRPr lang="uk-UA" sz="1200" b="1" dirty="0">
              <a:solidFill>
                <a:srgbClr val="1A1A1A"/>
              </a:solidFill>
              <a:latin typeface="e-Ukraine" panose="00000500000000000000" pitchFamily="50" charset="-52"/>
            </a:endParaRPr>
          </a:p>
        </p:txBody>
      </p:sp>
      <p:sp>
        <p:nvSpPr>
          <p:cNvPr id="12" name="Rectangle: Diagonal Corners Snipped 11">
            <a:extLst>
              <a:ext uri="{FF2B5EF4-FFF2-40B4-BE49-F238E27FC236}">
                <a16:creationId xmlns:a16="http://schemas.microsoft.com/office/drawing/2014/main" id="{6D933973-DAC1-67B8-8715-F7D3E9362C0E}"/>
              </a:ext>
            </a:extLst>
          </p:cNvPr>
          <p:cNvSpPr/>
          <p:nvPr/>
        </p:nvSpPr>
        <p:spPr>
          <a:xfrm>
            <a:off x="234316" y="2803696"/>
            <a:ext cx="606558" cy="555698"/>
          </a:xfrm>
          <a:prstGeom prst="snip2DiagRect">
            <a:avLst/>
          </a:prstGeom>
          <a:solidFill>
            <a:srgbClr val="BCBA87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ts val="3933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uk-UA" sz="3278" b="0" i="0" u="none" strike="noStrike" kern="0" cap="none" spc="-66" normalizeH="0" baseline="0" noProof="0" dirty="0">
                <a:ln>
                  <a:noFill/>
                </a:ln>
                <a:solidFill>
                  <a:srgbClr val="000000">
                    <a:alpha val="99000"/>
                  </a:srgbClr>
                </a:solidFill>
                <a:effectLst/>
                <a:uLnTx/>
                <a:uFillTx/>
                <a:latin typeface="Zbroya_021" pitchFamily="34" charset="0"/>
                <a:ea typeface="Zbroya_021" pitchFamily="34" charset="-122"/>
                <a:cs typeface="Zbroya_021" pitchFamily="34" charset="-120"/>
              </a:rPr>
              <a:t>3</a:t>
            </a:r>
            <a:endParaRPr kumimoji="0" lang="en-US" sz="3278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ectangle: Diagonal Corners Snipped 12">
            <a:extLst>
              <a:ext uri="{FF2B5EF4-FFF2-40B4-BE49-F238E27FC236}">
                <a16:creationId xmlns:a16="http://schemas.microsoft.com/office/drawing/2014/main" id="{86CC446B-AEF1-F1C1-067D-12C27F7E110B}"/>
              </a:ext>
            </a:extLst>
          </p:cNvPr>
          <p:cNvSpPr/>
          <p:nvPr/>
        </p:nvSpPr>
        <p:spPr>
          <a:xfrm>
            <a:off x="234316" y="4023297"/>
            <a:ext cx="8675368" cy="495695"/>
          </a:xfrm>
          <a:prstGeom prst="snip2DiagRect">
            <a:avLst>
              <a:gd name="adj1" fmla="val 0"/>
              <a:gd name="adj2" fmla="val 31161"/>
            </a:avLst>
          </a:prstGeom>
          <a:solidFill>
            <a:srgbClr val="BCBA8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uk-UA" sz="1200" b="1" dirty="0">
                <a:solidFill>
                  <a:srgbClr val="1A1A1A"/>
                </a:solidFill>
                <a:latin typeface="e-Ukraine" panose="00000500000000000000" pitchFamily="50" charset="-52"/>
              </a:rPr>
              <a:t>	Заголовок блоку, Шрифт </a:t>
            </a:r>
            <a:r>
              <a:rPr lang="en-US" sz="1200" b="1" dirty="0">
                <a:solidFill>
                  <a:srgbClr val="1A1A1A"/>
                </a:solidFill>
                <a:latin typeface="e-Ukraine" panose="00000500000000000000" pitchFamily="50" charset="-52"/>
              </a:rPr>
              <a:t>e-Ukraine Bold </a:t>
            </a:r>
            <a:r>
              <a:rPr lang="uk-UA" sz="1200" b="1" dirty="0">
                <a:solidFill>
                  <a:srgbClr val="1A1A1A"/>
                </a:solidFill>
                <a:latin typeface="e-Ukraine" panose="00000500000000000000" pitchFamily="50" charset="-52"/>
              </a:rPr>
              <a:t>12</a:t>
            </a:r>
            <a:r>
              <a:rPr lang="en-US" sz="1200" b="1" dirty="0">
                <a:solidFill>
                  <a:srgbClr val="1A1A1A"/>
                </a:solidFill>
                <a:latin typeface="e-Ukraine" panose="00000500000000000000" pitchFamily="50" charset="-52"/>
              </a:rPr>
              <a:t> pt</a:t>
            </a:r>
            <a:endParaRPr lang="uk-UA" sz="1200" b="1" dirty="0">
              <a:solidFill>
                <a:srgbClr val="1A1A1A"/>
              </a:solidFill>
              <a:latin typeface="e-Ukraine" panose="00000500000000000000" pitchFamily="50" charset="-52"/>
            </a:endParaRPr>
          </a:p>
        </p:txBody>
      </p:sp>
      <p:sp>
        <p:nvSpPr>
          <p:cNvPr id="14" name="Rectangle: Diagonal Corners Snipped 13">
            <a:extLst>
              <a:ext uri="{FF2B5EF4-FFF2-40B4-BE49-F238E27FC236}">
                <a16:creationId xmlns:a16="http://schemas.microsoft.com/office/drawing/2014/main" id="{BDEA4CA1-03E1-4472-229A-12DB33475B37}"/>
              </a:ext>
            </a:extLst>
          </p:cNvPr>
          <p:cNvSpPr/>
          <p:nvPr/>
        </p:nvSpPr>
        <p:spPr>
          <a:xfrm>
            <a:off x="234316" y="3761994"/>
            <a:ext cx="606558" cy="555698"/>
          </a:xfrm>
          <a:prstGeom prst="snip2DiagRect">
            <a:avLst/>
          </a:prstGeom>
          <a:solidFill>
            <a:srgbClr val="BCBA87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ts val="3933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uk-UA" sz="3278" b="0" i="0" u="none" strike="noStrike" kern="0" cap="none" spc="-66" normalizeH="0" baseline="0" noProof="0" dirty="0">
                <a:ln>
                  <a:noFill/>
                </a:ln>
                <a:solidFill>
                  <a:srgbClr val="000000">
                    <a:alpha val="99000"/>
                  </a:srgbClr>
                </a:solidFill>
                <a:effectLst/>
                <a:uLnTx/>
                <a:uFillTx/>
                <a:latin typeface="Zbroya_021" pitchFamily="34" charset="0"/>
                <a:ea typeface="Zbroya_021" pitchFamily="34" charset="-122"/>
                <a:cs typeface="Zbroya_021" pitchFamily="34" charset="-120"/>
              </a:rPr>
              <a:t>4</a:t>
            </a:r>
            <a:endParaRPr kumimoji="0" lang="en-US" sz="3278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28485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3600E40B-B4A2-D901-3D09-D0FD41E8899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181873" y="197455"/>
            <a:ext cx="727811" cy="256081"/>
          </a:xfrm>
          <a:prstGeom prst="rect">
            <a:avLst/>
          </a:prstGeom>
        </p:spPr>
      </p:pic>
      <p:sp>
        <p:nvSpPr>
          <p:cNvPr id="6" name="Text 0">
            <a:extLst>
              <a:ext uri="{FF2B5EF4-FFF2-40B4-BE49-F238E27FC236}">
                <a16:creationId xmlns:a16="http://schemas.microsoft.com/office/drawing/2014/main" id="{F55F90BD-8DB5-AEA1-469E-085739EACA61}"/>
              </a:ext>
            </a:extLst>
          </p:cNvPr>
          <p:cNvSpPr/>
          <p:nvPr/>
        </p:nvSpPr>
        <p:spPr>
          <a:xfrm>
            <a:off x="234316" y="107731"/>
            <a:ext cx="5859133" cy="5780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uk-UA" sz="2000" kern="0" spc="-70" dirty="0">
                <a:solidFill>
                  <a:srgbClr val="1A1A1A"/>
                </a:solidFill>
                <a:latin typeface="e-Ukraine Head Bold" panose="00000800000000000000" pitchFamily="50" charset="-52"/>
                <a:ea typeface="e-Ukraine Head" pitchFamily="34" charset="-122"/>
                <a:cs typeface="e-Ukraine Head" pitchFamily="34" charset="-120"/>
              </a:rPr>
              <a:t>Приклад слайду з коротким списком ключових пунктів</a:t>
            </a:r>
            <a:endParaRPr lang="en-US" sz="2000" kern="0" spc="-70" dirty="0">
              <a:solidFill>
                <a:srgbClr val="1A1A1A"/>
              </a:solidFill>
              <a:latin typeface="e-Ukraine Head Bold" panose="00000800000000000000" pitchFamily="50" charset="-52"/>
              <a:ea typeface="e-Ukraine Head" pitchFamily="34" charset="-122"/>
              <a:cs typeface="e-Ukraine Head" pitchFamily="34" charset="-120"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B95BAFEA-BC7A-2776-75B7-C381D15CE4A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90784" y="197455"/>
            <a:ext cx="1493513" cy="274319"/>
          </a:xfrm>
          <a:prstGeom prst="rect">
            <a:avLst/>
          </a:prstGeom>
        </p:spPr>
      </p:pic>
      <p:sp>
        <p:nvSpPr>
          <p:cNvPr id="11" name="Rectangle: Diagonal Corners Snipped 10">
            <a:extLst>
              <a:ext uri="{FF2B5EF4-FFF2-40B4-BE49-F238E27FC236}">
                <a16:creationId xmlns:a16="http://schemas.microsoft.com/office/drawing/2014/main" id="{C3B1AF88-48AE-2821-1FFA-72C3903554BB}"/>
              </a:ext>
            </a:extLst>
          </p:cNvPr>
          <p:cNvSpPr/>
          <p:nvPr/>
        </p:nvSpPr>
        <p:spPr>
          <a:xfrm>
            <a:off x="234316" y="1018931"/>
            <a:ext cx="4183935" cy="696995"/>
          </a:xfrm>
          <a:prstGeom prst="snip2DiagRect">
            <a:avLst>
              <a:gd name="adj1" fmla="val 0"/>
              <a:gd name="adj2" fmla="val 31161"/>
            </a:avLst>
          </a:prstGeom>
          <a:solidFill>
            <a:srgbClr val="62683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576263" lvl="2"/>
            <a:r>
              <a:rPr lang="uk-UA" sz="1200" b="1" dirty="0">
                <a:solidFill>
                  <a:schemeClr val="bg1"/>
                </a:solidFill>
                <a:latin typeface="e-Ukraine" panose="00000500000000000000" pitchFamily="50" charset="-52"/>
              </a:rPr>
              <a:t>Заголовок блоку, Шрифт </a:t>
            </a:r>
            <a:r>
              <a:rPr lang="en-US" sz="1200" b="1" dirty="0">
                <a:solidFill>
                  <a:schemeClr val="bg1"/>
                </a:solidFill>
                <a:latin typeface="e-Ukraine" panose="00000500000000000000" pitchFamily="50" charset="-52"/>
              </a:rPr>
              <a:t>e-Ukraine Bold </a:t>
            </a:r>
            <a:r>
              <a:rPr lang="uk-UA" sz="1200" b="1" dirty="0">
                <a:solidFill>
                  <a:schemeClr val="bg1"/>
                </a:solidFill>
                <a:latin typeface="e-Ukraine" panose="00000500000000000000" pitchFamily="50" charset="-52"/>
              </a:rPr>
              <a:t>12</a:t>
            </a:r>
            <a:r>
              <a:rPr lang="en-US" sz="1200" b="1" dirty="0">
                <a:solidFill>
                  <a:schemeClr val="bg1"/>
                </a:solidFill>
                <a:latin typeface="e-Ukraine" panose="00000500000000000000" pitchFamily="50" charset="-52"/>
              </a:rPr>
              <a:t> pt</a:t>
            </a:r>
            <a:endParaRPr lang="uk-UA" sz="1200" b="1" dirty="0">
              <a:solidFill>
                <a:schemeClr val="bg1"/>
              </a:solidFill>
              <a:latin typeface="e-Ukraine" panose="00000500000000000000" pitchFamily="50" charset="-52"/>
            </a:endParaRPr>
          </a:p>
        </p:txBody>
      </p:sp>
      <p:sp>
        <p:nvSpPr>
          <p:cNvPr id="8" name="Rectangle: Diagonal Corners Snipped 7">
            <a:extLst>
              <a:ext uri="{FF2B5EF4-FFF2-40B4-BE49-F238E27FC236}">
                <a16:creationId xmlns:a16="http://schemas.microsoft.com/office/drawing/2014/main" id="{039F91CA-8B96-5560-6DCA-357EE774B3D3}"/>
              </a:ext>
            </a:extLst>
          </p:cNvPr>
          <p:cNvSpPr/>
          <p:nvPr/>
        </p:nvSpPr>
        <p:spPr>
          <a:xfrm>
            <a:off x="234316" y="887100"/>
            <a:ext cx="606558" cy="555698"/>
          </a:xfrm>
          <a:prstGeom prst="snip2DiagRect">
            <a:avLst/>
          </a:prstGeom>
          <a:solidFill>
            <a:srgbClr val="62683C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ts val="3933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78" b="0" i="0" u="none" strike="noStrike" kern="0" cap="none" spc="-66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Zbroya_021" pitchFamily="34" charset="0"/>
                <a:ea typeface="Zbroya_021" pitchFamily="34" charset="-122"/>
                <a:cs typeface="Zbroya_021" pitchFamily="34" charset="-120"/>
              </a:rPr>
              <a:t>1</a:t>
            </a:r>
            <a:endParaRPr kumimoji="0" lang="en-US" sz="3278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Rectangle: Diagonal Corners Snipped 1">
            <a:extLst>
              <a:ext uri="{FF2B5EF4-FFF2-40B4-BE49-F238E27FC236}">
                <a16:creationId xmlns:a16="http://schemas.microsoft.com/office/drawing/2014/main" id="{0C1EB61B-7503-38F4-2E06-12E48D407029}"/>
              </a:ext>
            </a:extLst>
          </p:cNvPr>
          <p:cNvSpPr/>
          <p:nvPr/>
        </p:nvSpPr>
        <p:spPr>
          <a:xfrm>
            <a:off x="234316" y="1977229"/>
            <a:ext cx="4183935" cy="696995"/>
          </a:xfrm>
          <a:prstGeom prst="snip2DiagRect">
            <a:avLst>
              <a:gd name="adj1" fmla="val 0"/>
              <a:gd name="adj2" fmla="val 31161"/>
            </a:avLst>
          </a:prstGeom>
          <a:solidFill>
            <a:srgbClr val="62683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576263" lvl="2"/>
            <a:r>
              <a:rPr lang="uk-UA" sz="1200" b="1" dirty="0">
                <a:solidFill>
                  <a:schemeClr val="bg1"/>
                </a:solidFill>
                <a:latin typeface="e-Ukraine" panose="00000500000000000000" pitchFamily="50" charset="-52"/>
              </a:rPr>
              <a:t>Заголовок блоку, Шрифт </a:t>
            </a:r>
            <a:r>
              <a:rPr lang="en-US" sz="1200" b="1" dirty="0">
                <a:solidFill>
                  <a:schemeClr val="bg1"/>
                </a:solidFill>
                <a:latin typeface="e-Ukraine" panose="00000500000000000000" pitchFamily="50" charset="-52"/>
              </a:rPr>
              <a:t>e-Ukraine Bold </a:t>
            </a:r>
            <a:r>
              <a:rPr lang="uk-UA" sz="1200" b="1" dirty="0">
                <a:solidFill>
                  <a:schemeClr val="bg1"/>
                </a:solidFill>
                <a:latin typeface="e-Ukraine" panose="00000500000000000000" pitchFamily="50" charset="-52"/>
              </a:rPr>
              <a:t>12</a:t>
            </a:r>
            <a:r>
              <a:rPr lang="en-US" sz="1200" b="1" dirty="0">
                <a:solidFill>
                  <a:schemeClr val="bg1"/>
                </a:solidFill>
                <a:latin typeface="e-Ukraine" panose="00000500000000000000" pitchFamily="50" charset="-52"/>
              </a:rPr>
              <a:t> pt</a:t>
            </a:r>
            <a:endParaRPr lang="uk-UA" sz="1200" b="1" dirty="0">
              <a:solidFill>
                <a:schemeClr val="bg1"/>
              </a:solidFill>
              <a:latin typeface="e-Ukraine" panose="00000500000000000000" pitchFamily="50" charset="-52"/>
            </a:endParaRPr>
          </a:p>
        </p:txBody>
      </p:sp>
      <p:sp>
        <p:nvSpPr>
          <p:cNvPr id="4" name="Rectangle: Diagonal Corners Snipped 3">
            <a:extLst>
              <a:ext uri="{FF2B5EF4-FFF2-40B4-BE49-F238E27FC236}">
                <a16:creationId xmlns:a16="http://schemas.microsoft.com/office/drawing/2014/main" id="{23D41C00-590D-9761-0B85-9E164E97992E}"/>
              </a:ext>
            </a:extLst>
          </p:cNvPr>
          <p:cNvSpPr/>
          <p:nvPr/>
        </p:nvSpPr>
        <p:spPr>
          <a:xfrm>
            <a:off x="234316" y="1845398"/>
            <a:ext cx="606558" cy="555698"/>
          </a:xfrm>
          <a:prstGeom prst="snip2DiagRect">
            <a:avLst/>
          </a:prstGeom>
          <a:solidFill>
            <a:srgbClr val="62683C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ts val="3933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uk-UA" sz="3278" b="0" i="0" u="none" strike="noStrike" kern="0" cap="none" spc="-66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Zbroya_021" pitchFamily="34" charset="0"/>
                <a:ea typeface="Zbroya_021" pitchFamily="34" charset="-122"/>
                <a:cs typeface="Zbroya_021" pitchFamily="34" charset="-120"/>
              </a:rPr>
              <a:t>2</a:t>
            </a:r>
            <a:endParaRPr kumimoji="0" lang="en-US" sz="3278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Rectangle: Diagonal Corners Snipped 4">
            <a:extLst>
              <a:ext uri="{FF2B5EF4-FFF2-40B4-BE49-F238E27FC236}">
                <a16:creationId xmlns:a16="http://schemas.microsoft.com/office/drawing/2014/main" id="{F37443AF-0D64-A6FB-164A-FE2F34A57506}"/>
              </a:ext>
            </a:extLst>
          </p:cNvPr>
          <p:cNvSpPr/>
          <p:nvPr/>
        </p:nvSpPr>
        <p:spPr>
          <a:xfrm>
            <a:off x="234316" y="2935527"/>
            <a:ext cx="4183935" cy="696995"/>
          </a:xfrm>
          <a:prstGeom prst="snip2DiagRect">
            <a:avLst>
              <a:gd name="adj1" fmla="val 0"/>
              <a:gd name="adj2" fmla="val 31161"/>
            </a:avLst>
          </a:prstGeom>
          <a:solidFill>
            <a:srgbClr val="62683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576263" lvl="2"/>
            <a:r>
              <a:rPr lang="uk-UA" sz="1200" b="1" dirty="0">
                <a:solidFill>
                  <a:schemeClr val="bg1"/>
                </a:solidFill>
                <a:latin typeface="e-Ukraine" panose="00000500000000000000" pitchFamily="50" charset="-52"/>
              </a:rPr>
              <a:t>Заголовок блоку, Шрифт </a:t>
            </a:r>
            <a:r>
              <a:rPr lang="en-US" sz="1200" b="1" dirty="0">
                <a:solidFill>
                  <a:schemeClr val="bg1"/>
                </a:solidFill>
                <a:latin typeface="e-Ukraine" panose="00000500000000000000" pitchFamily="50" charset="-52"/>
              </a:rPr>
              <a:t>e-Ukraine Bold </a:t>
            </a:r>
            <a:r>
              <a:rPr lang="uk-UA" sz="1200" b="1" dirty="0">
                <a:solidFill>
                  <a:schemeClr val="bg1"/>
                </a:solidFill>
                <a:latin typeface="e-Ukraine" panose="00000500000000000000" pitchFamily="50" charset="-52"/>
              </a:rPr>
              <a:t>12</a:t>
            </a:r>
            <a:r>
              <a:rPr lang="en-US" sz="1200" b="1" dirty="0">
                <a:solidFill>
                  <a:schemeClr val="bg1"/>
                </a:solidFill>
                <a:latin typeface="e-Ukraine" panose="00000500000000000000" pitchFamily="50" charset="-52"/>
              </a:rPr>
              <a:t> pt</a:t>
            </a:r>
            <a:endParaRPr lang="uk-UA" sz="1200" b="1" dirty="0">
              <a:solidFill>
                <a:schemeClr val="bg1"/>
              </a:solidFill>
              <a:latin typeface="e-Ukraine" panose="00000500000000000000" pitchFamily="50" charset="-52"/>
            </a:endParaRPr>
          </a:p>
        </p:txBody>
      </p:sp>
      <p:sp>
        <p:nvSpPr>
          <p:cNvPr id="12" name="Rectangle: Diagonal Corners Snipped 11">
            <a:extLst>
              <a:ext uri="{FF2B5EF4-FFF2-40B4-BE49-F238E27FC236}">
                <a16:creationId xmlns:a16="http://schemas.microsoft.com/office/drawing/2014/main" id="{6D933973-DAC1-67B8-8715-F7D3E9362C0E}"/>
              </a:ext>
            </a:extLst>
          </p:cNvPr>
          <p:cNvSpPr/>
          <p:nvPr/>
        </p:nvSpPr>
        <p:spPr>
          <a:xfrm>
            <a:off x="234316" y="2803696"/>
            <a:ext cx="606558" cy="555698"/>
          </a:xfrm>
          <a:prstGeom prst="snip2DiagRect">
            <a:avLst/>
          </a:prstGeom>
          <a:solidFill>
            <a:srgbClr val="62683C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ts val="3933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uk-UA" sz="3278" b="0" i="0" u="none" strike="noStrike" kern="0" cap="none" spc="-66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Zbroya_021" pitchFamily="34" charset="0"/>
                <a:ea typeface="Zbroya_021" pitchFamily="34" charset="-122"/>
                <a:cs typeface="Zbroya_021" pitchFamily="34" charset="-120"/>
              </a:rPr>
              <a:t>3</a:t>
            </a:r>
            <a:endParaRPr kumimoji="0" lang="en-US" sz="3278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ectangle: Diagonal Corners Snipped 12">
            <a:extLst>
              <a:ext uri="{FF2B5EF4-FFF2-40B4-BE49-F238E27FC236}">
                <a16:creationId xmlns:a16="http://schemas.microsoft.com/office/drawing/2014/main" id="{86CC446B-AEF1-F1C1-067D-12C27F7E110B}"/>
              </a:ext>
            </a:extLst>
          </p:cNvPr>
          <p:cNvSpPr/>
          <p:nvPr/>
        </p:nvSpPr>
        <p:spPr>
          <a:xfrm>
            <a:off x="234316" y="3893825"/>
            <a:ext cx="4183935" cy="696995"/>
          </a:xfrm>
          <a:prstGeom prst="snip2DiagRect">
            <a:avLst>
              <a:gd name="adj1" fmla="val 0"/>
              <a:gd name="adj2" fmla="val 31161"/>
            </a:avLst>
          </a:prstGeom>
          <a:solidFill>
            <a:srgbClr val="62683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576263" lvl="2"/>
            <a:r>
              <a:rPr lang="uk-UA" sz="1200" b="1" dirty="0">
                <a:solidFill>
                  <a:schemeClr val="bg1"/>
                </a:solidFill>
                <a:latin typeface="e-Ukraine" panose="00000500000000000000" pitchFamily="50" charset="-52"/>
              </a:rPr>
              <a:t>Заголовок блоку, Шрифт </a:t>
            </a:r>
            <a:r>
              <a:rPr lang="en-US" sz="1200" b="1" dirty="0">
                <a:solidFill>
                  <a:schemeClr val="bg1"/>
                </a:solidFill>
                <a:latin typeface="e-Ukraine" panose="00000500000000000000" pitchFamily="50" charset="-52"/>
              </a:rPr>
              <a:t>e-Ukraine Bold </a:t>
            </a:r>
            <a:r>
              <a:rPr lang="uk-UA" sz="1200" b="1" dirty="0">
                <a:solidFill>
                  <a:schemeClr val="bg1"/>
                </a:solidFill>
                <a:latin typeface="e-Ukraine" panose="00000500000000000000" pitchFamily="50" charset="-52"/>
              </a:rPr>
              <a:t>12</a:t>
            </a:r>
            <a:r>
              <a:rPr lang="en-US" sz="1200" b="1" dirty="0">
                <a:solidFill>
                  <a:schemeClr val="bg1"/>
                </a:solidFill>
                <a:latin typeface="e-Ukraine" panose="00000500000000000000" pitchFamily="50" charset="-52"/>
              </a:rPr>
              <a:t> pt</a:t>
            </a:r>
            <a:endParaRPr lang="uk-UA" sz="1200" b="1" dirty="0">
              <a:solidFill>
                <a:schemeClr val="bg1"/>
              </a:solidFill>
              <a:latin typeface="e-Ukraine" panose="00000500000000000000" pitchFamily="50" charset="-52"/>
            </a:endParaRPr>
          </a:p>
        </p:txBody>
      </p:sp>
      <p:sp>
        <p:nvSpPr>
          <p:cNvPr id="14" name="Rectangle: Diagonal Corners Snipped 13">
            <a:extLst>
              <a:ext uri="{FF2B5EF4-FFF2-40B4-BE49-F238E27FC236}">
                <a16:creationId xmlns:a16="http://schemas.microsoft.com/office/drawing/2014/main" id="{BDEA4CA1-03E1-4472-229A-12DB33475B37}"/>
              </a:ext>
            </a:extLst>
          </p:cNvPr>
          <p:cNvSpPr/>
          <p:nvPr/>
        </p:nvSpPr>
        <p:spPr>
          <a:xfrm>
            <a:off x="234316" y="3761994"/>
            <a:ext cx="606558" cy="555698"/>
          </a:xfrm>
          <a:prstGeom prst="snip2DiagRect">
            <a:avLst/>
          </a:prstGeom>
          <a:solidFill>
            <a:srgbClr val="62683C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ts val="3933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uk-UA" sz="3278" b="0" i="0" u="none" strike="noStrike" kern="0" cap="none" spc="-66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Zbroya_021" pitchFamily="34" charset="0"/>
                <a:ea typeface="Zbroya_021" pitchFamily="34" charset="-122"/>
                <a:cs typeface="Zbroya_021" pitchFamily="34" charset="-120"/>
              </a:rPr>
              <a:t>4</a:t>
            </a:r>
            <a:endParaRPr kumimoji="0" lang="en-US" sz="3278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Rectangle: Diagonal Corners Snipped 8">
            <a:extLst>
              <a:ext uri="{FF2B5EF4-FFF2-40B4-BE49-F238E27FC236}">
                <a16:creationId xmlns:a16="http://schemas.microsoft.com/office/drawing/2014/main" id="{E794F330-5D15-2704-028A-96769762CE58}"/>
              </a:ext>
            </a:extLst>
          </p:cNvPr>
          <p:cNvSpPr/>
          <p:nvPr/>
        </p:nvSpPr>
        <p:spPr>
          <a:xfrm>
            <a:off x="4725749" y="1018931"/>
            <a:ext cx="4183935" cy="696995"/>
          </a:xfrm>
          <a:prstGeom prst="snip2DiagRect">
            <a:avLst>
              <a:gd name="adj1" fmla="val 0"/>
              <a:gd name="adj2" fmla="val 31161"/>
            </a:avLst>
          </a:prstGeom>
          <a:solidFill>
            <a:srgbClr val="62683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576263" lvl="2"/>
            <a:r>
              <a:rPr lang="uk-UA" sz="1200" b="1" dirty="0">
                <a:solidFill>
                  <a:schemeClr val="bg1"/>
                </a:solidFill>
                <a:latin typeface="e-Ukraine" panose="00000500000000000000" pitchFamily="50" charset="-52"/>
              </a:rPr>
              <a:t>Заголовок блоку, Шрифт </a:t>
            </a:r>
            <a:r>
              <a:rPr lang="en-US" sz="1200" b="1" dirty="0">
                <a:solidFill>
                  <a:schemeClr val="bg1"/>
                </a:solidFill>
                <a:latin typeface="e-Ukraine" panose="00000500000000000000" pitchFamily="50" charset="-52"/>
              </a:rPr>
              <a:t>e-Ukraine Bold </a:t>
            </a:r>
            <a:r>
              <a:rPr lang="uk-UA" sz="1200" b="1" dirty="0">
                <a:solidFill>
                  <a:schemeClr val="bg1"/>
                </a:solidFill>
                <a:latin typeface="e-Ukraine" panose="00000500000000000000" pitchFamily="50" charset="-52"/>
              </a:rPr>
              <a:t>12</a:t>
            </a:r>
            <a:r>
              <a:rPr lang="en-US" sz="1200" b="1" dirty="0">
                <a:solidFill>
                  <a:schemeClr val="bg1"/>
                </a:solidFill>
                <a:latin typeface="e-Ukraine" panose="00000500000000000000" pitchFamily="50" charset="-52"/>
              </a:rPr>
              <a:t> pt</a:t>
            </a:r>
            <a:endParaRPr lang="uk-UA" sz="1200" b="1" dirty="0">
              <a:solidFill>
                <a:schemeClr val="bg1"/>
              </a:solidFill>
              <a:latin typeface="e-Ukraine" panose="00000500000000000000" pitchFamily="50" charset="-52"/>
            </a:endParaRPr>
          </a:p>
        </p:txBody>
      </p:sp>
      <p:sp>
        <p:nvSpPr>
          <p:cNvPr id="10" name="Rectangle: Diagonal Corners Snipped 9">
            <a:extLst>
              <a:ext uri="{FF2B5EF4-FFF2-40B4-BE49-F238E27FC236}">
                <a16:creationId xmlns:a16="http://schemas.microsoft.com/office/drawing/2014/main" id="{CC43261D-91B1-CC61-3863-BA61EF43DE67}"/>
              </a:ext>
            </a:extLst>
          </p:cNvPr>
          <p:cNvSpPr/>
          <p:nvPr/>
        </p:nvSpPr>
        <p:spPr>
          <a:xfrm>
            <a:off x="4725749" y="887100"/>
            <a:ext cx="606558" cy="555698"/>
          </a:xfrm>
          <a:prstGeom prst="snip2DiagRect">
            <a:avLst/>
          </a:prstGeom>
          <a:solidFill>
            <a:srgbClr val="62683C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ts val="3933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uk-UA" sz="3278" b="0" i="0" u="none" strike="noStrike" kern="0" cap="none" spc="-66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Zbroya_021" pitchFamily="34" charset="0"/>
                <a:ea typeface="Zbroya_021" pitchFamily="34" charset="-122"/>
                <a:cs typeface="Zbroya_021" pitchFamily="34" charset="-120"/>
              </a:rPr>
              <a:t>5</a:t>
            </a:r>
            <a:endParaRPr kumimoji="0" lang="en-US" sz="3278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ectangle: Diagonal Corners Snipped 14">
            <a:extLst>
              <a:ext uri="{FF2B5EF4-FFF2-40B4-BE49-F238E27FC236}">
                <a16:creationId xmlns:a16="http://schemas.microsoft.com/office/drawing/2014/main" id="{FE19E3D1-14B8-14DA-68D1-4C9AA22EC926}"/>
              </a:ext>
            </a:extLst>
          </p:cNvPr>
          <p:cNvSpPr/>
          <p:nvPr/>
        </p:nvSpPr>
        <p:spPr>
          <a:xfrm>
            <a:off x="4725749" y="1977229"/>
            <a:ext cx="4183935" cy="696995"/>
          </a:xfrm>
          <a:prstGeom prst="snip2DiagRect">
            <a:avLst>
              <a:gd name="adj1" fmla="val 0"/>
              <a:gd name="adj2" fmla="val 31161"/>
            </a:avLst>
          </a:prstGeom>
          <a:solidFill>
            <a:srgbClr val="62683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576263" lvl="2"/>
            <a:r>
              <a:rPr lang="uk-UA" sz="1200" b="1" dirty="0">
                <a:solidFill>
                  <a:schemeClr val="bg1"/>
                </a:solidFill>
                <a:latin typeface="e-Ukraine" panose="00000500000000000000" pitchFamily="50" charset="-52"/>
              </a:rPr>
              <a:t>Заголовок блоку, Шрифт </a:t>
            </a:r>
            <a:r>
              <a:rPr lang="en-US" sz="1200" b="1" dirty="0">
                <a:solidFill>
                  <a:schemeClr val="bg1"/>
                </a:solidFill>
                <a:latin typeface="e-Ukraine" panose="00000500000000000000" pitchFamily="50" charset="-52"/>
              </a:rPr>
              <a:t>e-Ukraine Bold </a:t>
            </a:r>
            <a:r>
              <a:rPr lang="uk-UA" sz="1200" b="1" dirty="0">
                <a:solidFill>
                  <a:schemeClr val="bg1"/>
                </a:solidFill>
                <a:latin typeface="e-Ukraine" panose="00000500000000000000" pitchFamily="50" charset="-52"/>
              </a:rPr>
              <a:t>12</a:t>
            </a:r>
            <a:r>
              <a:rPr lang="en-US" sz="1200" b="1" dirty="0">
                <a:solidFill>
                  <a:schemeClr val="bg1"/>
                </a:solidFill>
                <a:latin typeface="e-Ukraine" panose="00000500000000000000" pitchFamily="50" charset="-52"/>
              </a:rPr>
              <a:t> pt</a:t>
            </a:r>
            <a:endParaRPr lang="uk-UA" sz="1200" b="1" dirty="0">
              <a:solidFill>
                <a:schemeClr val="bg1"/>
              </a:solidFill>
              <a:latin typeface="e-Ukraine" panose="00000500000000000000" pitchFamily="50" charset="-52"/>
            </a:endParaRPr>
          </a:p>
        </p:txBody>
      </p:sp>
      <p:sp>
        <p:nvSpPr>
          <p:cNvPr id="16" name="Rectangle: Diagonal Corners Snipped 15">
            <a:extLst>
              <a:ext uri="{FF2B5EF4-FFF2-40B4-BE49-F238E27FC236}">
                <a16:creationId xmlns:a16="http://schemas.microsoft.com/office/drawing/2014/main" id="{9549A491-0201-18A7-1F3D-A71DA0ADF887}"/>
              </a:ext>
            </a:extLst>
          </p:cNvPr>
          <p:cNvSpPr/>
          <p:nvPr/>
        </p:nvSpPr>
        <p:spPr>
          <a:xfrm>
            <a:off x="4725749" y="1845398"/>
            <a:ext cx="606558" cy="555698"/>
          </a:xfrm>
          <a:prstGeom prst="snip2DiagRect">
            <a:avLst/>
          </a:prstGeom>
          <a:solidFill>
            <a:srgbClr val="62683C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ts val="3933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uk-UA" sz="3278" b="0" i="0" u="none" strike="noStrike" kern="0" cap="none" spc="-66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Zbroya_021" pitchFamily="34" charset="0"/>
                <a:ea typeface="Zbroya_021" pitchFamily="34" charset="-122"/>
                <a:cs typeface="Zbroya_021" pitchFamily="34" charset="-120"/>
              </a:rPr>
              <a:t>6</a:t>
            </a:r>
            <a:endParaRPr kumimoji="0" lang="en-US" sz="3278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Rectangle: Diagonal Corners Snipped 16">
            <a:extLst>
              <a:ext uri="{FF2B5EF4-FFF2-40B4-BE49-F238E27FC236}">
                <a16:creationId xmlns:a16="http://schemas.microsoft.com/office/drawing/2014/main" id="{AB0644E2-A831-5320-5ECC-FB1EE70AC842}"/>
              </a:ext>
            </a:extLst>
          </p:cNvPr>
          <p:cNvSpPr/>
          <p:nvPr/>
        </p:nvSpPr>
        <p:spPr>
          <a:xfrm>
            <a:off x="4725749" y="2935527"/>
            <a:ext cx="4183935" cy="696995"/>
          </a:xfrm>
          <a:prstGeom prst="snip2DiagRect">
            <a:avLst>
              <a:gd name="adj1" fmla="val 0"/>
              <a:gd name="adj2" fmla="val 31161"/>
            </a:avLst>
          </a:prstGeom>
          <a:solidFill>
            <a:srgbClr val="62683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576263" lvl="2"/>
            <a:r>
              <a:rPr lang="uk-UA" sz="1200" b="1" dirty="0">
                <a:solidFill>
                  <a:schemeClr val="bg1"/>
                </a:solidFill>
                <a:latin typeface="e-Ukraine" panose="00000500000000000000" pitchFamily="50" charset="-52"/>
              </a:rPr>
              <a:t>Заголовок блоку, Шрифт </a:t>
            </a:r>
            <a:r>
              <a:rPr lang="en-US" sz="1200" b="1" dirty="0">
                <a:solidFill>
                  <a:schemeClr val="bg1"/>
                </a:solidFill>
                <a:latin typeface="e-Ukraine" panose="00000500000000000000" pitchFamily="50" charset="-52"/>
              </a:rPr>
              <a:t>e-Ukraine Bold </a:t>
            </a:r>
            <a:r>
              <a:rPr lang="uk-UA" sz="1200" b="1" dirty="0">
                <a:solidFill>
                  <a:schemeClr val="bg1"/>
                </a:solidFill>
                <a:latin typeface="e-Ukraine" panose="00000500000000000000" pitchFamily="50" charset="-52"/>
              </a:rPr>
              <a:t>12</a:t>
            </a:r>
            <a:r>
              <a:rPr lang="en-US" sz="1200" b="1" dirty="0">
                <a:solidFill>
                  <a:schemeClr val="bg1"/>
                </a:solidFill>
                <a:latin typeface="e-Ukraine" panose="00000500000000000000" pitchFamily="50" charset="-52"/>
              </a:rPr>
              <a:t> pt</a:t>
            </a:r>
            <a:endParaRPr lang="uk-UA" sz="1200" b="1" dirty="0">
              <a:solidFill>
                <a:schemeClr val="bg1"/>
              </a:solidFill>
              <a:latin typeface="e-Ukraine" panose="00000500000000000000" pitchFamily="50" charset="-52"/>
            </a:endParaRPr>
          </a:p>
        </p:txBody>
      </p:sp>
      <p:sp>
        <p:nvSpPr>
          <p:cNvPr id="18" name="Rectangle: Diagonal Corners Snipped 17">
            <a:extLst>
              <a:ext uri="{FF2B5EF4-FFF2-40B4-BE49-F238E27FC236}">
                <a16:creationId xmlns:a16="http://schemas.microsoft.com/office/drawing/2014/main" id="{8AC06267-F0C0-23AA-4F87-EF86C14A0F9E}"/>
              </a:ext>
            </a:extLst>
          </p:cNvPr>
          <p:cNvSpPr/>
          <p:nvPr/>
        </p:nvSpPr>
        <p:spPr>
          <a:xfrm>
            <a:off x="4725749" y="2803696"/>
            <a:ext cx="606558" cy="555698"/>
          </a:xfrm>
          <a:prstGeom prst="snip2DiagRect">
            <a:avLst/>
          </a:prstGeom>
          <a:solidFill>
            <a:srgbClr val="62683C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ts val="3933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uk-UA" sz="3278" b="0" i="0" u="none" strike="noStrike" kern="0" cap="none" spc="-66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Zbroya_021" pitchFamily="34" charset="0"/>
                <a:ea typeface="Zbroya_021" pitchFamily="34" charset="-122"/>
                <a:cs typeface="Zbroya_021" pitchFamily="34" charset="-120"/>
              </a:rPr>
              <a:t>7</a:t>
            </a:r>
            <a:endParaRPr kumimoji="0" lang="en-US" sz="3278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Rectangle: Diagonal Corners Snipped 18">
            <a:extLst>
              <a:ext uri="{FF2B5EF4-FFF2-40B4-BE49-F238E27FC236}">
                <a16:creationId xmlns:a16="http://schemas.microsoft.com/office/drawing/2014/main" id="{5844AB0E-F425-9ED5-6AB6-4B0E2EA05739}"/>
              </a:ext>
            </a:extLst>
          </p:cNvPr>
          <p:cNvSpPr/>
          <p:nvPr/>
        </p:nvSpPr>
        <p:spPr>
          <a:xfrm>
            <a:off x="4725749" y="3893825"/>
            <a:ext cx="4183935" cy="696995"/>
          </a:xfrm>
          <a:prstGeom prst="snip2DiagRect">
            <a:avLst>
              <a:gd name="adj1" fmla="val 0"/>
              <a:gd name="adj2" fmla="val 31161"/>
            </a:avLst>
          </a:prstGeom>
          <a:solidFill>
            <a:srgbClr val="62683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576263" lvl="2"/>
            <a:r>
              <a:rPr lang="uk-UA" sz="1200" b="1" dirty="0">
                <a:solidFill>
                  <a:schemeClr val="bg1"/>
                </a:solidFill>
                <a:latin typeface="e-Ukraine" panose="00000500000000000000" pitchFamily="50" charset="-52"/>
              </a:rPr>
              <a:t>Заголовок блоку, Шрифт </a:t>
            </a:r>
            <a:r>
              <a:rPr lang="en-US" sz="1200" b="1" dirty="0">
                <a:solidFill>
                  <a:schemeClr val="bg1"/>
                </a:solidFill>
                <a:latin typeface="e-Ukraine" panose="00000500000000000000" pitchFamily="50" charset="-52"/>
              </a:rPr>
              <a:t>e-Ukraine Bold </a:t>
            </a:r>
            <a:r>
              <a:rPr lang="uk-UA" sz="1200" b="1" dirty="0">
                <a:solidFill>
                  <a:schemeClr val="bg1"/>
                </a:solidFill>
                <a:latin typeface="e-Ukraine" panose="00000500000000000000" pitchFamily="50" charset="-52"/>
              </a:rPr>
              <a:t>12</a:t>
            </a:r>
            <a:r>
              <a:rPr lang="en-US" sz="1200" b="1" dirty="0">
                <a:solidFill>
                  <a:schemeClr val="bg1"/>
                </a:solidFill>
                <a:latin typeface="e-Ukraine" panose="00000500000000000000" pitchFamily="50" charset="-52"/>
              </a:rPr>
              <a:t> pt</a:t>
            </a:r>
            <a:endParaRPr lang="uk-UA" sz="1200" b="1" dirty="0">
              <a:solidFill>
                <a:schemeClr val="bg1"/>
              </a:solidFill>
              <a:latin typeface="e-Ukraine" panose="00000500000000000000" pitchFamily="50" charset="-52"/>
            </a:endParaRPr>
          </a:p>
        </p:txBody>
      </p:sp>
      <p:sp>
        <p:nvSpPr>
          <p:cNvPr id="20" name="Rectangle: Diagonal Corners Snipped 19">
            <a:extLst>
              <a:ext uri="{FF2B5EF4-FFF2-40B4-BE49-F238E27FC236}">
                <a16:creationId xmlns:a16="http://schemas.microsoft.com/office/drawing/2014/main" id="{A0DC5293-C1E1-4469-6FC0-5453A1E725DE}"/>
              </a:ext>
            </a:extLst>
          </p:cNvPr>
          <p:cNvSpPr/>
          <p:nvPr/>
        </p:nvSpPr>
        <p:spPr>
          <a:xfrm>
            <a:off x="4725749" y="3761994"/>
            <a:ext cx="606558" cy="555698"/>
          </a:xfrm>
          <a:prstGeom prst="snip2DiagRect">
            <a:avLst/>
          </a:prstGeom>
          <a:solidFill>
            <a:srgbClr val="62683C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ts val="3933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uk-UA" sz="3278" b="0" i="0" u="none" strike="noStrike" kern="0" cap="none" spc="-66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Zbroya_021" pitchFamily="34" charset="0"/>
                <a:ea typeface="Zbroya_021" pitchFamily="34" charset="-122"/>
                <a:cs typeface="Zbroya_021" pitchFamily="34" charset="-120"/>
              </a:rPr>
              <a:t>8</a:t>
            </a:r>
            <a:endParaRPr kumimoji="0" lang="en-US" sz="3278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805569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3600E40B-B4A2-D901-3D09-D0FD41E8899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181873" y="197455"/>
            <a:ext cx="727811" cy="256081"/>
          </a:xfrm>
          <a:prstGeom prst="rect">
            <a:avLst/>
          </a:prstGeom>
        </p:spPr>
      </p:pic>
      <p:sp>
        <p:nvSpPr>
          <p:cNvPr id="6" name="Text 0">
            <a:extLst>
              <a:ext uri="{FF2B5EF4-FFF2-40B4-BE49-F238E27FC236}">
                <a16:creationId xmlns:a16="http://schemas.microsoft.com/office/drawing/2014/main" id="{F55F90BD-8DB5-AEA1-469E-085739EACA61}"/>
              </a:ext>
            </a:extLst>
          </p:cNvPr>
          <p:cNvSpPr/>
          <p:nvPr/>
        </p:nvSpPr>
        <p:spPr>
          <a:xfrm>
            <a:off x="234316" y="107731"/>
            <a:ext cx="5859133" cy="5780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uk-UA" sz="2000" kern="0" spc="-70" dirty="0">
                <a:solidFill>
                  <a:srgbClr val="1A1A1A"/>
                </a:solidFill>
                <a:latin typeface="e-Ukraine Head Bold" panose="00000800000000000000" pitchFamily="50" charset="-52"/>
                <a:ea typeface="e-Ukraine Head" pitchFamily="34" charset="-122"/>
                <a:cs typeface="e-Ukraine Head" pitchFamily="34" charset="-120"/>
              </a:rPr>
              <a:t>Приклад слайду з ключовою тезою </a:t>
            </a:r>
            <a:br>
              <a:rPr lang="uk-UA" sz="2000" kern="0" spc="-70" dirty="0">
                <a:solidFill>
                  <a:srgbClr val="1A1A1A"/>
                </a:solidFill>
                <a:latin typeface="e-Ukraine Head Bold" panose="00000800000000000000" pitchFamily="50" charset="-52"/>
                <a:ea typeface="e-Ukraine Head" pitchFamily="34" charset="-122"/>
                <a:cs typeface="e-Ukraine Head" pitchFamily="34" charset="-120"/>
              </a:rPr>
            </a:br>
            <a:r>
              <a:rPr lang="uk-UA" sz="2000" kern="0" spc="-70" dirty="0">
                <a:solidFill>
                  <a:srgbClr val="1A1A1A"/>
                </a:solidFill>
                <a:latin typeface="e-Ukraine Head Bold" panose="00000800000000000000" pitchFamily="50" charset="-52"/>
                <a:ea typeface="e-Ukraine Head" pitchFamily="34" charset="-122"/>
                <a:cs typeface="e-Ukraine Head" pitchFamily="34" charset="-120"/>
              </a:rPr>
              <a:t>або висновком</a:t>
            </a:r>
            <a:endParaRPr lang="en-US" sz="2000" kern="0" spc="-70" dirty="0">
              <a:solidFill>
                <a:srgbClr val="1A1A1A"/>
              </a:solidFill>
              <a:latin typeface="e-Ukraine Head Bold" panose="00000800000000000000" pitchFamily="50" charset="-52"/>
              <a:ea typeface="e-Ukraine Head" pitchFamily="34" charset="-122"/>
              <a:cs typeface="e-Ukraine Head" pitchFamily="34" charset="-120"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B95BAFEA-BC7A-2776-75B7-C381D15CE4A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90784" y="197455"/>
            <a:ext cx="1493513" cy="274319"/>
          </a:xfrm>
          <a:prstGeom prst="rect">
            <a:avLst/>
          </a:prstGeom>
        </p:spPr>
      </p:pic>
      <p:sp>
        <p:nvSpPr>
          <p:cNvPr id="15" name="Rectangle: Diagonal Corners Snipped 14">
            <a:extLst>
              <a:ext uri="{FF2B5EF4-FFF2-40B4-BE49-F238E27FC236}">
                <a16:creationId xmlns:a16="http://schemas.microsoft.com/office/drawing/2014/main" id="{5E0C505B-85B5-9B2B-E101-A17262A1A57C}"/>
              </a:ext>
            </a:extLst>
          </p:cNvPr>
          <p:cNvSpPr/>
          <p:nvPr/>
        </p:nvSpPr>
        <p:spPr>
          <a:xfrm>
            <a:off x="234316" y="1981200"/>
            <a:ext cx="8675368" cy="1609196"/>
          </a:xfrm>
          <a:prstGeom prst="snip2DiagRect">
            <a:avLst>
              <a:gd name="adj1" fmla="val 0"/>
              <a:gd name="adj2" fmla="val 15232"/>
            </a:avLst>
          </a:prstGeom>
          <a:solidFill>
            <a:srgbClr val="DA451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numCol="1" spcCol="274320" rtlCol="0" anchor="ctr"/>
          <a:lstStyle/>
          <a:p>
            <a:pPr algn="ctr"/>
            <a:r>
              <a:rPr lang="uk-UA" sz="1600" b="1" dirty="0">
                <a:solidFill>
                  <a:schemeClr val="bg1"/>
                </a:solidFill>
                <a:latin typeface="e-Ukraine Head Bold" panose="00000800000000000000" pitchFamily="50" charset="-52"/>
              </a:rPr>
              <a:t>Ключову роль у оформленні будь-якого візуального матеріалу відіграє поєднання лаконічності та уваги до деталей. </a:t>
            </a:r>
          </a:p>
          <a:p>
            <a:pPr algn="ctr"/>
            <a:r>
              <a:rPr lang="uk-UA" sz="1600" b="1" dirty="0">
                <a:solidFill>
                  <a:schemeClr val="bg1"/>
                </a:solidFill>
                <a:latin typeface="e-Ukraine Head Bold" panose="00000800000000000000" pitchFamily="50" charset="-52"/>
              </a:rPr>
              <a:t>Краще менше та простіше, але що б було рівно та охайно</a:t>
            </a:r>
            <a:endParaRPr lang="uk-UA" sz="1600" dirty="0">
              <a:solidFill>
                <a:schemeClr val="bg1"/>
              </a:solidFill>
              <a:latin typeface="e-Ukraine Head Bold" panose="00000800000000000000" pitchFamily="50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542287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Diagonal Corners Snipped 1">
            <a:extLst>
              <a:ext uri="{FF2B5EF4-FFF2-40B4-BE49-F238E27FC236}">
                <a16:creationId xmlns:a16="http://schemas.microsoft.com/office/drawing/2014/main" id="{4CD147D1-607C-CA3C-D2E5-585E285B96DA}"/>
              </a:ext>
            </a:extLst>
          </p:cNvPr>
          <p:cNvSpPr/>
          <p:nvPr/>
        </p:nvSpPr>
        <p:spPr>
          <a:xfrm>
            <a:off x="1045029" y="1031966"/>
            <a:ext cx="1306285" cy="640080"/>
          </a:xfrm>
          <a:prstGeom prst="snip2DiagRect">
            <a:avLst/>
          </a:prstGeom>
          <a:solidFill>
            <a:srgbClr val="1A1A1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uk-UA" sz="1200" dirty="0">
                <a:latin typeface="e-Ukraine" panose="00000500000000000000" pitchFamily="50" charset="-52"/>
              </a:rPr>
              <a:t>ЧОРНИЙ</a:t>
            </a:r>
            <a:endParaRPr lang="en-US" sz="1200" dirty="0">
              <a:latin typeface="e-Ukraine" panose="00000500000000000000" pitchFamily="50" charset="-52"/>
            </a:endParaRPr>
          </a:p>
        </p:txBody>
      </p:sp>
      <p:sp>
        <p:nvSpPr>
          <p:cNvPr id="5" name="Rectangle: Diagonal Corners Snipped 4">
            <a:extLst>
              <a:ext uri="{FF2B5EF4-FFF2-40B4-BE49-F238E27FC236}">
                <a16:creationId xmlns:a16="http://schemas.microsoft.com/office/drawing/2014/main" id="{5E7BDC87-BA75-760C-EDB4-AC63CA47AFEE}"/>
              </a:ext>
            </a:extLst>
          </p:cNvPr>
          <p:cNvSpPr/>
          <p:nvPr/>
        </p:nvSpPr>
        <p:spPr>
          <a:xfrm>
            <a:off x="2475412" y="1031966"/>
            <a:ext cx="1306285" cy="640080"/>
          </a:xfrm>
          <a:prstGeom prst="snip2DiagRect">
            <a:avLst/>
          </a:prstGeom>
          <a:solidFill>
            <a:srgbClr val="FFFFFF"/>
          </a:solidFill>
          <a:ln>
            <a:solidFill>
              <a:srgbClr val="1A1A1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uk-UA" sz="1200" dirty="0">
                <a:solidFill>
                  <a:srgbClr val="1A1A1A"/>
                </a:solidFill>
                <a:latin typeface="e-Ukraine" panose="00000500000000000000" pitchFamily="50" charset="-52"/>
              </a:rPr>
              <a:t>БІЛИЙ</a:t>
            </a:r>
            <a:endParaRPr lang="en-US" sz="1200" dirty="0">
              <a:solidFill>
                <a:srgbClr val="1A1A1A"/>
              </a:solidFill>
              <a:latin typeface="e-Ukraine" panose="00000500000000000000" pitchFamily="50" charset="-52"/>
            </a:endParaRPr>
          </a:p>
        </p:txBody>
      </p:sp>
      <p:sp>
        <p:nvSpPr>
          <p:cNvPr id="6" name="Rectangle: Diagonal Corners Snipped 5">
            <a:extLst>
              <a:ext uri="{FF2B5EF4-FFF2-40B4-BE49-F238E27FC236}">
                <a16:creationId xmlns:a16="http://schemas.microsoft.com/office/drawing/2014/main" id="{BF4B91B4-6E4E-268C-AADC-5A164AAA0663}"/>
              </a:ext>
            </a:extLst>
          </p:cNvPr>
          <p:cNvSpPr/>
          <p:nvPr/>
        </p:nvSpPr>
        <p:spPr>
          <a:xfrm>
            <a:off x="3918857" y="1031966"/>
            <a:ext cx="1306285" cy="640080"/>
          </a:xfrm>
          <a:prstGeom prst="snip2DiagRect">
            <a:avLst/>
          </a:prstGeom>
          <a:solidFill>
            <a:srgbClr val="322E2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uk-UA" sz="1200" dirty="0">
                <a:latin typeface="e-Ukraine" panose="00000500000000000000" pitchFamily="50" charset="-52"/>
              </a:rPr>
              <a:t>ТЕМНИЙ ХАКІ</a:t>
            </a:r>
            <a:endParaRPr lang="en-US" sz="1200" dirty="0">
              <a:latin typeface="e-Ukraine" panose="00000500000000000000" pitchFamily="50" charset="-52"/>
            </a:endParaRPr>
          </a:p>
        </p:txBody>
      </p:sp>
      <p:sp>
        <p:nvSpPr>
          <p:cNvPr id="7" name="Rectangle: Diagonal Corners Snipped 6">
            <a:extLst>
              <a:ext uri="{FF2B5EF4-FFF2-40B4-BE49-F238E27FC236}">
                <a16:creationId xmlns:a16="http://schemas.microsoft.com/office/drawing/2014/main" id="{F4503CF3-EA92-DEA3-A1EB-77129C61E5DA}"/>
              </a:ext>
            </a:extLst>
          </p:cNvPr>
          <p:cNvSpPr/>
          <p:nvPr/>
        </p:nvSpPr>
        <p:spPr>
          <a:xfrm>
            <a:off x="5362302" y="1031966"/>
            <a:ext cx="1306285" cy="640080"/>
          </a:xfrm>
          <a:prstGeom prst="snip2DiagRect">
            <a:avLst/>
          </a:prstGeom>
          <a:solidFill>
            <a:srgbClr val="333C4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uk-UA" sz="1200" dirty="0">
                <a:latin typeface="e-Ukraine" panose="00000500000000000000" pitchFamily="50" charset="-52"/>
              </a:rPr>
              <a:t>ТЕМНИЙ СІРИЙ</a:t>
            </a:r>
            <a:endParaRPr lang="en-US" sz="1200" dirty="0">
              <a:latin typeface="e-Ukraine" panose="00000500000000000000" pitchFamily="50" charset="-52"/>
            </a:endParaRPr>
          </a:p>
        </p:txBody>
      </p:sp>
      <p:sp>
        <p:nvSpPr>
          <p:cNvPr id="8" name="Rectangle: Diagonal Corners Snipped 7">
            <a:extLst>
              <a:ext uri="{FF2B5EF4-FFF2-40B4-BE49-F238E27FC236}">
                <a16:creationId xmlns:a16="http://schemas.microsoft.com/office/drawing/2014/main" id="{8BDCD182-BF6B-2597-B412-7A46C8A9DC0A}"/>
              </a:ext>
            </a:extLst>
          </p:cNvPr>
          <p:cNvSpPr/>
          <p:nvPr/>
        </p:nvSpPr>
        <p:spPr>
          <a:xfrm>
            <a:off x="6805747" y="1031966"/>
            <a:ext cx="1306285" cy="640080"/>
          </a:xfrm>
          <a:prstGeom prst="snip2DiagRect">
            <a:avLst/>
          </a:prstGeom>
          <a:solidFill>
            <a:srgbClr val="BCBA8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uk-UA" sz="1200" dirty="0">
                <a:solidFill>
                  <a:srgbClr val="1A1A1A"/>
                </a:solidFill>
                <a:latin typeface="e-Ukraine" panose="00000500000000000000" pitchFamily="50" charset="-52"/>
              </a:rPr>
              <a:t>СВІТЛИЙ ХАКІ</a:t>
            </a:r>
            <a:endParaRPr lang="en-US" sz="1200" dirty="0">
              <a:solidFill>
                <a:srgbClr val="1A1A1A"/>
              </a:solidFill>
              <a:latin typeface="e-Ukraine" panose="00000500000000000000" pitchFamily="50" charset="-52"/>
            </a:endParaRPr>
          </a:p>
        </p:txBody>
      </p:sp>
      <p:sp>
        <p:nvSpPr>
          <p:cNvPr id="9" name="Rectangle: Diagonal Corners Snipped 8">
            <a:extLst>
              <a:ext uri="{FF2B5EF4-FFF2-40B4-BE49-F238E27FC236}">
                <a16:creationId xmlns:a16="http://schemas.microsoft.com/office/drawing/2014/main" id="{FAEC99DF-8D90-C051-6E9A-B36457F497D2}"/>
              </a:ext>
            </a:extLst>
          </p:cNvPr>
          <p:cNvSpPr/>
          <p:nvPr/>
        </p:nvSpPr>
        <p:spPr>
          <a:xfrm>
            <a:off x="1045029" y="1859825"/>
            <a:ext cx="1306285" cy="640080"/>
          </a:xfrm>
          <a:prstGeom prst="snip2DiagRect">
            <a:avLst/>
          </a:prstGeom>
          <a:solidFill>
            <a:srgbClr val="2E57B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uk-UA" sz="1200" dirty="0">
                <a:latin typeface="e-Ukraine" panose="00000500000000000000" pitchFamily="50" charset="-52"/>
              </a:rPr>
              <a:t>СИНІЙ</a:t>
            </a:r>
            <a:endParaRPr lang="en-US" sz="1200" dirty="0">
              <a:latin typeface="e-Ukraine" panose="00000500000000000000" pitchFamily="50" charset="-52"/>
            </a:endParaRPr>
          </a:p>
        </p:txBody>
      </p:sp>
      <p:sp>
        <p:nvSpPr>
          <p:cNvPr id="10" name="Rectangle: Diagonal Corners Snipped 9">
            <a:extLst>
              <a:ext uri="{FF2B5EF4-FFF2-40B4-BE49-F238E27FC236}">
                <a16:creationId xmlns:a16="http://schemas.microsoft.com/office/drawing/2014/main" id="{41AE9E07-1E5D-B37F-C608-36612CDBFBF9}"/>
              </a:ext>
            </a:extLst>
          </p:cNvPr>
          <p:cNvSpPr/>
          <p:nvPr/>
        </p:nvSpPr>
        <p:spPr>
          <a:xfrm>
            <a:off x="2475412" y="1859825"/>
            <a:ext cx="1306285" cy="640080"/>
          </a:xfrm>
          <a:prstGeom prst="snip2DiagRect">
            <a:avLst/>
          </a:prstGeom>
          <a:solidFill>
            <a:srgbClr val="F4D82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uk-UA" sz="1200" dirty="0">
                <a:solidFill>
                  <a:srgbClr val="1A1A1A"/>
                </a:solidFill>
                <a:latin typeface="e-Ukraine" panose="00000500000000000000" pitchFamily="50" charset="-52"/>
              </a:rPr>
              <a:t>ЖОВТИЙ</a:t>
            </a:r>
            <a:endParaRPr lang="en-US" sz="1200" dirty="0">
              <a:solidFill>
                <a:srgbClr val="1A1A1A"/>
              </a:solidFill>
              <a:latin typeface="e-Ukraine" panose="00000500000000000000" pitchFamily="50" charset="-52"/>
            </a:endParaRPr>
          </a:p>
        </p:txBody>
      </p:sp>
      <p:sp>
        <p:nvSpPr>
          <p:cNvPr id="11" name="Rectangle: Diagonal Corners Snipped 10">
            <a:extLst>
              <a:ext uri="{FF2B5EF4-FFF2-40B4-BE49-F238E27FC236}">
                <a16:creationId xmlns:a16="http://schemas.microsoft.com/office/drawing/2014/main" id="{E92070E6-1A00-961D-9D80-5B54C92D42D5}"/>
              </a:ext>
            </a:extLst>
          </p:cNvPr>
          <p:cNvSpPr/>
          <p:nvPr/>
        </p:nvSpPr>
        <p:spPr>
          <a:xfrm>
            <a:off x="3918857" y="1859825"/>
            <a:ext cx="1306285" cy="640080"/>
          </a:xfrm>
          <a:prstGeom prst="snip2DiagRect">
            <a:avLst/>
          </a:prstGeom>
          <a:solidFill>
            <a:srgbClr val="85C42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uk-UA" sz="1200" dirty="0">
                <a:solidFill>
                  <a:srgbClr val="1A1A1A"/>
                </a:solidFill>
                <a:latin typeface="e-Ukraine" panose="00000500000000000000" pitchFamily="50" charset="-52"/>
              </a:rPr>
              <a:t>ЛАЙМ</a:t>
            </a:r>
            <a:endParaRPr lang="en-US" sz="1200" dirty="0">
              <a:solidFill>
                <a:srgbClr val="1A1A1A"/>
              </a:solidFill>
              <a:latin typeface="e-Ukraine" panose="00000500000000000000" pitchFamily="50" charset="-52"/>
            </a:endParaRPr>
          </a:p>
        </p:txBody>
      </p:sp>
      <p:sp>
        <p:nvSpPr>
          <p:cNvPr id="12" name="Rectangle: Diagonal Corners Snipped 11">
            <a:extLst>
              <a:ext uri="{FF2B5EF4-FFF2-40B4-BE49-F238E27FC236}">
                <a16:creationId xmlns:a16="http://schemas.microsoft.com/office/drawing/2014/main" id="{7FBB3D2A-E618-9096-835F-D39F3169B5D3}"/>
              </a:ext>
            </a:extLst>
          </p:cNvPr>
          <p:cNvSpPr/>
          <p:nvPr/>
        </p:nvSpPr>
        <p:spPr>
          <a:xfrm>
            <a:off x="5362302" y="1859825"/>
            <a:ext cx="1306285" cy="640080"/>
          </a:xfrm>
          <a:prstGeom prst="snip2DiagRect">
            <a:avLst/>
          </a:prstGeom>
          <a:solidFill>
            <a:srgbClr val="DA451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uk-UA" sz="1200" dirty="0">
                <a:latin typeface="e-Ukraine" panose="00000500000000000000" pitchFamily="50" charset="-52"/>
              </a:rPr>
              <a:t>ЧЕРВОНИЙ</a:t>
            </a:r>
            <a:endParaRPr lang="en-US" sz="1200" dirty="0">
              <a:latin typeface="e-Ukraine" panose="00000500000000000000" pitchFamily="50" charset="-52"/>
            </a:endParaRPr>
          </a:p>
        </p:txBody>
      </p:sp>
      <p:sp>
        <p:nvSpPr>
          <p:cNvPr id="13" name="Rectangle: Diagonal Corners Snipped 12">
            <a:extLst>
              <a:ext uri="{FF2B5EF4-FFF2-40B4-BE49-F238E27FC236}">
                <a16:creationId xmlns:a16="http://schemas.microsoft.com/office/drawing/2014/main" id="{967D3E12-3BCB-5CF3-0B1C-A93EF7EF5A41}"/>
              </a:ext>
            </a:extLst>
          </p:cNvPr>
          <p:cNvSpPr/>
          <p:nvPr/>
        </p:nvSpPr>
        <p:spPr>
          <a:xfrm>
            <a:off x="6805747" y="1859825"/>
            <a:ext cx="1306285" cy="640080"/>
          </a:xfrm>
          <a:prstGeom prst="snip2DiagRect">
            <a:avLst/>
          </a:prstGeom>
          <a:solidFill>
            <a:srgbClr val="62683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uk-UA" sz="1200" dirty="0">
                <a:solidFill>
                  <a:schemeClr val="bg1"/>
                </a:solidFill>
                <a:latin typeface="e-Ukraine" panose="00000500000000000000" pitchFamily="50" charset="-52"/>
              </a:rPr>
              <a:t>ХАКІ</a:t>
            </a:r>
            <a:endParaRPr lang="en-US" sz="1200" dirty="0">
              <a:solidFill>
                <a:schemeClr val="bg1"/>
              </a:solidFill>
              <a:latin typeface="e-Ukraine" panose="00000500000000000000" pitchFamily="50" charset="-52"/>
            </a:endParaRPr>
          </a:p>
        </p:txBody>
      </p:sp>
      <p:sp>
        <p:nvSpPr>
          <p:cNvPr id="14" name="Rectangle: Diagonal Corners Snipped 13">
            <a:extLst>
              <a:ext uri="{FF2B5EF4-FFF2-40B4-BE49-F238E27FC236}">
                <a16:creationId xmlns:a16="http://schemas.microsoft.com/office/drawing/2014/main" id="{4EF0A6C7-E77A-D41D-67C8-B0F6089E71B1}"/>
              </a:ext>
            </a:extLst>
          </p:cNvPr>
          <p:cNvSpPr/>
          <p:nvPr/>
        </p:nvSpPr>
        <p:spPr>
          <a:xfrm>
            <a:off x="1045029" y="2687684"/>
            <a:ext cx="1306285" cy="640080"/>
          </a:xfrm>
          <a:prstGeom prst="snip2DiagRect">
            <a:avLst/>
          </a:prstGeom>
          <a:solidFill>
            <a:srgbClr val="90959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uk-UA" sz="1200" dirty="0">
                <a:latin typeface="e-Ukraine" panose="00000500000000000000" pitchFamily="50" charset="-52"/>
              </a:rPr>
              <a:t>СВІТЛИЙ СІРИЙ</a:t>
            </a:r>
            <a:endParaRPr lang="en-US" sz="1200" dirty="0">
              <a:latin typeface="e-Ukraine" panose="00000500000000000000" pitchFamily="50" charset="-52"/>
            </a:endParaRPr>
          </a:p>
        </p:txBody>
      </p:sp>
      <p:sp>
        <p:nvSpPr>
          <p:cNvPr id="15" name="Rectangle: Diagonal Corners Snipped 14">
            <a:extLst>
              <a:ext uri="{FF2B5EF4-FFF2-40B4-BE49-F238E27FC236}">
                <a16:creationId xmlns:a16="http://schemas.microsoft.com/office/drawing/2014/main" id="{8701AD90-B699-71D7-0F9D-F5C49D7F018D}"/>
              </a:ext>
            </a:extLst>
          </p:cNvPr>
          <p:cNvSpPr/>
          <p:nvPr/>
        </p:nvSpPr>
        <p:spPr>
          <a:xfrm>
            <a:off x="2475412" y="2687684"/>
            <a:ext cx="1306285" cy="640080"/>
          </a:xfrm>
          <a:prstGeom prst="snip2DiagRect">
            <a:avLst/>
          </a:prstGeom>
          <a:solidFill>
            <a:srgbClr val="BCB8A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uk-UA" sz="1200" dirty="0">
                <a:solidFill>
                  <a:srgbClr val="1A1A1A"/>
                </a:solidFill>
                <a:latin typeface="e-Ukraine" panose="00000500000000000000" pitchFamily="50" charset="-52"/>
              </a:rPr>
              <a:t>ТЕПЛИЙ СІРИЙ</a:t>
            </a:r>
            <a:endParaRPr lang="en-US" sz="1200" dirty="0">
              <a:solidFill>
                <a:srgbClr val="1A1A1A"/>
              </a:solidFill>
              <a:latin typeface="e-Ukraine" panose="00000500000000000000" pitchFamily="50" charset="-52"/>
            </a:endParaRPr>
          </a:p>
        </p:txBody>
      </p:sp>
      <p:sp>
        <p:nvSpPr>
          <p:cNvPr id="16" name="Rectangle: Diagonal Corners Snipped 15">
            <a:extLst>
              <a:ext uri="{FF2B5EF4-FFF2-40B4-BE49-F238E27FC236}">
                <a16:creationId xmlns:a16="http://schemas.microsoft.com/office/drawing/2014/main" id="{A91D37BB-3DBA-557D-D314-3ED75607A989}"/>
              </a:ext>
            </a:extLst>
          </p:cNvPr>
          <p:cNvSpPr/>
          <p:nvPr/>
        </p:nvSpPr>
        <p:spPr>
          <a:xfrm>
            <a:off x="3918857" y="2687684"/>
            <a:ext cx="1306285" cy="640080"/>
          </a:xfrm>
          <a:prstGeom prst="snip2DiagRect">
            <a:avLst/>
          </a:prstGeom>
          <a:solidFill>
            <a:srgbClr val="D9CA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uk-UA" sz="1200" dirty="0">
                <a:solidFill>
                  <a:srgbClr val="1A1A1A"/>
                </a:solidFill>
                <a:latin typeface="e-Ukraine" panose="00000500000000000000" pitchFamily="50" charset="-52"/>
              </a:rPr>
              <a:t>БЕЖЕВИЙ</a:t>
            </a:r>
            <a:endParaRPr lang="en-US" sz="1200" dirty="0">
              <a:solidFill>
                <a:srgbClr val="1A1A1A"/>
              </a:solidFill>
              <a:latin typeface="e-Ukraine" panose="00000500000000000000" pitchFamily="50" charset="-52"/>
            </a:endParaRPr>
          </a:p>
        </p:txBody>
      </p:sp>
      <p:sp>
        <p:nvSpPr>
          <p:cNvPr id="17" name="Rectangle: Diagonal Corners Snipped 16">
            <a:extLst>
              <a:ext uri="{FF2B5EF4-FFF2-40B4-BE49-F238E27FC236}">
                <a16:creationId xmlns:a16="http://schemas.microsoft.com/office/drawing/2014/main" id="{DB35066C-F124-E2B9-8EFE-D01C57E55194}"/>
              </a:ext>
            </a:extLst>
          </p:cNvPr>
          <p:cNvSpPr/>
          <p:nvPr/>
        </p:nvSpPr>
        <p:spPr>
          <a:xfrm>
            <a:off x="5362302" y="2687684"/>
            <a:ext cx="1306285" cy="640080"/>
          </a:xfrm>
          <a:prstGeom prst="snip2DiagRect">
            <a:avLst/>
          </a:prstGeom>
          <a:solidFill>
            <a:srgbClr val="C7B2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uk-UA" sz="1200" dirty="0">
                <a:solidFill>
                  <a:srgbClr val="1A1A1A"/>
                </a:solidFill>
                <a:latin typeface="e-Ukraine" panose="00000500000000000000" pitchFamily="50" charset="-52"/>
              </a:rPr>
              <a:t>ТІЛЕСНИЙ</a:t>
            </a:r>
            <a:endParaRPr lang="en-US" sz="1200" dirty="0">
              <a:solidFill>
                <a:srgbClr val="1A1A1A"/>
              </a:solidFill>
              <a:latin typeface="e-Ukraine" panose="00000500000000000000" pitchFamily="50" charset="-52"/>
            </a:endParaRPr>
          </a:p>
        </p:txBody>
      </p:sp>
      <p:sp>
        <p:nvSpPr>
          <p:cNvPr id="26" name="Text 0">
            <a:extLst>
              <a:ext uri="{FF2B5EF4-FFF2-40B4-BE49-F238E27FC236}">
                <a16:creationId xmlns:a16="http://schemas.microsoft.com/office/drawing/2014/main" id="{C5BFA89A-859D-64A8-AB77-D69833764E21}"/>
              </a:ext>
            </a:extLst>
          </p:cNvPr>
          <p:cNvSpPr/>
          <p:nvPr/>
        </p:nvSpPr>
        <p:spPr>
          <a:xfrm>
            <a:off x="234316" y="107731"/>
            <a:ext cx="5859133" cy="5780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uk-UA" sz="2000" kern="0" spc="-70" dirty="0">
                <a:solidFill>
                  <a:srgbClr val="1A1A1A"/>
                </a:solidFill>
                <a:latin typeface="e-Ukraine Head Bold" panose="00000800000000000000" pitchFamily="50" charset="-52"/>
                <a:ea typeface="e-Ukraine Head" pitchFamily="34" charset="-122"/>
                <a:cs typeface="e-Ukraine Head" pitchFamily="34" charset="-120"/>
              </a:rPr>
              <a:t>Дозволені кольори бренду Зброя</a:t>
            </a:r>
            <a:endParaRPr lang="en-US" sz="2000" kern="0" spc="-70" dirty="0">
              <a:solidFill>
                <a:srgbClr val="1A1A1A"/>
              </a:solidFill>
              <a:latin typeface="e-Ukraine Head Bold" panose="00000800000000000000" pitchFamily="50" charset="-52"/>
              <a:ea typeface="e-Ukraine Head" pitchFamily="34" charset="-122"/>
              <a:cs typeface="e-Ukraine Head" pitchFamily="34" charset="-120"/>
            </a:endParaRPr>
          </a:p>
        </p:txBody>
      </p:sp>
      <p:pic>
        <p:nvPicPr>
          <p:cNvPr id="27" name="Graphic 26">
            <a:extLst>
              <a:ext uri="{FF2B5EF4-FFF2-40B4-BE49-F238E27FC236}">
                <a16:creationId xmlns:a16="http://schemas.microsoft.com/office/drawing/2014/main" id="{CC524C9C-8C5C-8453-28CE-5A435DA092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81873" y="197455"/>
            <a:ext cx="727811" cy="256081"/>
          </a:xfrm>
          <a:prstGeom prst="rect">
            <a:avLst/>
          </a:prstGeom>
        </p:spPr>
      </p:pic>
      <p:pic>
        <p:nvPicPr>
          <p:cNvPr id="28" name="Graphic 27">
            <a:extLst>
              <a:ext uri="{FF2B5EF4-FFF2-40B4-BE49-F238E27FC236}">
                <a16:creationId xmlns:a16="http://schemas.microsoft.com/office/drawing/2014/main" id="{CC7CFFD7-C4A4-C4B8-7947-8C48929C6BA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90784" y="197455"/>
            <a:ext cx="1493513" cy="274319"/>
          </a:xfrm>
          <a:prstGeom prst="rect">
            <a:avLst/>
          </a:prstGeom>
        </p:spPr>
      </p:pic>
      <p:sp>
        <p:nvSpPr>
          <p:cNvPr id="29" name="Rectangle: Diagonal Corners Snipped 28">
            <a:extLst>
              <a:ext uri="{FF2B5EF4-FFF2-40B4-BE49-F238E27FC236}">
                <a16:creationId xmlns:a16="http://schemas.microsoft.com/office/drawing/2014/main" id="{342858AE-9136-C8CD-35A5-A2544A7B3EA5}"/>
              </a:ext>
            </a:extLst>
          </p:cNvPr>
          <p:cNvSpPr/>
          <p:nvPr/>
        </p:nvSpPr>
        <p:spPr>
          <a:xfrm>
            <a:off x="234316" y="3666067"/>
            <a:ext cx="8675368" cy="368039"/>
          </a:xfrm>
          <a:prstGeom prst="snip2DiagRect">
            <a:avLst>
              <a:gd name="adj1" fmla="val 0"/>
              <a:gd name="adj2" fmla="val 27637"/>
            </a:avLst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numCol="1" spcCol="274320" rtlCol="0" anchor="t"/>
          <a:lstStyle/>
          <a:p>
            <a:r>
              <a:rPr lang="uk-UA" sz="1200" b="1" dirty="0">
                <a:solidFill>
                  <a:srgbClr val="1A1A1A"/>
                </a:solidFill>
                <a:latin typeface="e-Ukraine" panose="00000500000000000000" pitchFamily="50" charset="-52"/>
              </a:rPr>
              <a:t>Варто уникати «поганих» комбінацій, наприклад: </a:t>
            </a:r>
            <a:endParaRPr lang="uk-UA" sz="1200" dirty="0">
              <a:solidFill>
                <a:srgbClr val="1A1A1A"/>
              </a:solidFill>
              <a:latin typeface="e-Ukraine" panose="00000500000000000000" pitchFamily="50" charset="-52"/>
            </a:endParaRPr>
          </a:p>
        </p:txBody>
      </p:sp>
      <p:sp>
        <p:nvSpPr>
          <p:cNvPr id="30" name="Rectangle: Diagonal Corners Snipped 29">
            <a:extLst>
              <a:ext uri="{FF2B5EF4-FFF2-40B4-BE49-F238E27FC236}">
                <a16:creationId xmlns:a16="http://schemas.microsoft.com/office/drawing/2014/main" id="{A37B577E-47FD-3465-C765-09D4DB28D84C}"/>
              </a:ext>
            </a:extLst>
          </p:cNvPr>
          <p:cNvSpPr/>
          <p:nvPr/>
        </p:nvSpPr>
        <p:spPr>
          <a:xfrm>
            <a:off x="1045029" y="4181749"/>
            <a:ext cx="1306285" cy="640080"/>
          </a:xfrm>
          <a:prstGeom prst="snip2DiagRect">
            <a:avLst/>
          </a:prstGeom>
          <a:solidFill>
            <a:srgbClr val="DA451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uk-UA" sz="1200" dirty="0">
                <a:solidFill>
                  <a:srgbClr val="85C42B"/>
                </a:solidFill>
                <a:latin typeface="e-Ukraine" panose="00000500000000000000" pitchFamily="50" charset="-52"/>
              </a:rPr>
              <a:t>НЕЧИТАБЕЛЬНО</a:t>
            </a:r>
            <a:endParaRPr lang="en-US" sz="1200" dirty="0">
              <a:solidFill>
                <a:srgbClr val="85C42B"/>
              </a:solidFill>
              <a:latin typeface="e-Ukraine" panose="00000500000000000000" pitchFamily="50" charset="-52"/>
            </a:endParaRPr>
          </a:p>
        </p:txBody>
      </p:sp>
      <p:sp>
        <p:nvSpPr>
          <p:cNvPr id="31" name="Rectangle: Diagonal Corners Snipped 30">
            <a:extLst>
              <a:ext uri="{FF2B5EF4-FFF2-40B4-BE49-F238E27FC236}">
                <a16:creationId xmlns:a16="http://schemas.microsoft.com/office/drawing/2014/main" id="{432EEB06-B4D5-4AF9-C103-686D1D553A83}"/>
              </a:ext>
            </a:extLst>
          </p:cNvPr>
          <p:cNvSpPr/>
          <p:nvPr/>
        </p:nvSpPr>
        <p:spPr>
          <a:xfrm>
            <a:off x="2475411" y="4181749"/>
            <a:ext cx="1306285" cy="640080"/>
          </a:xfrm>
          <a:prstGeom prst="snip2DiagRect">
            <a:avLst/>
          </a:prstGeom>
          <a:solidFill>
            <a:srgbClr val="1A1A1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uk-UA" sz="1200" dirty="0">
                <a:solidFill>
                  <a:srgbClr val="322E22"/>
                </a:solidFill>
                <a:latin typeface="e-Ukraine" panose="00000500000000000000" pitchFamily="50" charset="-52"/>
              </a:rPr>
              <a:t>НЕЧИТАБЕЛЬНО</a:t>
            </a:r>
            <a:endParaRPr lang="en-US" sz="1200" dirty="0">
              <a:solidFill>
                <a:srgbClr val="322E22"/>
              </a:solidFill>
              <a:latin typeface="e-Ukraine" panose="00000500000000000000" pitchFamily="50" charset="-52"/>
            </a:endParaRPr>
          </a:p>
        </p:txBody>
      </p:sp>
      <p:sp>
        <p:nvSpPr>
          <p:cNvPr id="32" name="Rectangle: Diagonal Corners Snipped 31">
            <a:extLst>
              <a:ext uri="{FF2B5EF4-FFF2-40B4-BE49-F238E27FC236}">
                <a16:creationId xmlns:a16="http://schemas.microsoft.com/office/drawing/2014/main" id="{8A2DABC5-F47F-A005-7986-3898E7A6B03B}"/>
              </a:ext>
            </a:extLst>
          </p:cNvPr>
          <p:cNvSpPr/>
          <p:nvPr/>
        </p:nvSpPr>
        <p:spPr>
          <a:xfrm>
            <a:off x="3918857" y="4181749"/>
            <a:ext cx="1306285" cy="640080"/>
          </a:xfrm>
          <a:prstGeom prst="snip2DiagRect">
            <a:avLst/>
          </a:prstGeom>
          <a:solidFill>
            <a:srgbClr val="85C42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uk-UA" sz="1200" dirty="0">
                <a:solidFill>
                  <a:srgbClr val="C7B295"/>
                </a:solidFill>
                <a:latin typeface="e-Ukraine" panose="00000500000000000000" pitchFamily="50" charset="-52"/>
              </a:rPr>
              <a:t>НЕЧИТАБЕЛЬНО</a:t>
            </a:r>
            <a:endParaRPr lang="en-US" sz="1200" dirty="0">
              <a:solidFill>
                <a:srgbClr val="C7B295"/>
              </a:solidFill>
              <a:latin typeface="e-Ukraine" panose="00000500000000000000" pitchFamily="50" charset="-52"/>
            </a:endParaRPr>
          </a:p>
        </p:txBody>
      </p:sp>
      <p:sp>
        <p:nvSpPr>
          <p:cNvPr id="33" name="Rectangle: Diagonal Corners Snipped 32">
            <a:extLst>
              <a:ext uri="{FF2B5EF4-FFF2-40B4-BE49-F238E27FC236}">
                <a16:creationId xmlns:a16="http://schemas.microsoft.com/office/drawing/2014/main" id="{2038441E-1D44-ABDC-F2F9-A074338D59BE}"/>
              </a:ext>
            </a:extLst>
          </p:cNvPr>
          <p:cNvSpPr/>
          <p:nvPr/>
        </p:nvSpPr>
        <p:spPr>
          <a:xfrm>
            <a:off x="5362302" y="4181749"/>
            <a:ext cx="1306285" cy="640080"/>
          </a:xfrm>
          <a:prstGeom prst="snip2DiagRect">
            <a:avLst/>
          </a:prstGeom>
          <a:solidFill>
            <a:srgbClr val="333C4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uk-UA" sz="1200" dirty="0">
                <a:solidFill>
                  <a:srgbClr val="1A1A1A"/>
                </a:solidFill>
                <a:latin typeface="e-Ukraine" panose="00000500000000000000" pitchFamily="50" charset="-52"/>
              </a:rPr>
              <a:t>НЕЧИТАБЕЛЬНО</a:t>
            </a:r>
            <a:endParaRPr lang="en-US" sz="1200" dirty="0">
              <a:solidFill>
                <a:srgbClr val="1A1A1A"/>
              </a:solidFill>
              <a:latin typeface="e-Ukraine" panose="00000500000000000000" pitchFamily="50" charset="-52"/>
            </a:endParaRPr>
          </a:p>
        </p:txBody>
      </p:sp>
      <p:sp>
        <p:nvSpPr>
          <p:cNvPr id="34" name="Rectangle: Diagonal Corners Snipped 33">
            <a:extLst>
              <a:ext uri="{FF2B5EF4-FFF2-40B4-BE49-F238E27FC236}">
                <a16:creationId xmlns:a16="http://schemas.microsoft.com/office/drawing/2014/main" id="{113A1C34-4145-F37C-D30A-23B768DE6832}"/>
              </a:ext>
            </a:extLst>
          </p:cNvPr>
          <p:cNvSpPr/>
          <p:nvPr/>
        </p:nvSpPr>
        <p:spPr>
          <a:xfrm>
            <a:off x="6805747" y="4181749"/>
            <a:ext cx="1306285" cy="640080"/>
          </a:xfrm>
          <a:prstGeom prst="snip2DiagRect">
            <a:avLst/>
          </a:prstGeom>
          <a:solidFill>
            <a:srgbClr val="D9CA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uk-UA" sz="1200" dirty="0">
                <a:solidFill>
                  <a:srgbClr val="C7B295"/>
                </a:solidFill>
                <a:latin typeface="e-Ukraine" panose="00000500000000000000" pitchFamily="50" charset="-52"/>
              </a:rPr>
              <a:t>НЕЧИТАБЕЛЬНО</a:t>
            </a:r>
            <a:endParaRPr lang="en-US" sz="1200" dirty="0">
              <a:solidFill>
                <a:srgbClr val="C7B295"/>
              </a:solidFill>
              <a:latin typeface="e-Ukraine" panose="00000500000000000000" pitchFamily="50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16759324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3600E40B-B4A2-D901-3D09-D0FD41E8899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181873" y="197455"/>
            <a:ext cx="727811" cy="256081"/>
          </a:xfrm>
          <a:prstGeom prst="rect">
            <a:avLst/>
          </a:prstGeom>
        </p:spPr>
      </p:pic>
      <p:sp>
        <p:nvSpPr>
          <p:cNvPr id="6" name="Text 0">
            <a:extLst>
              <a:ext uri="{FF2B5EF4-FFF2-40B4-BE49-F238E27FC236}">
                <a16:creationId xmlns:a16="http://schemas.microsoft.com/office/drawing/2014/main" id="{F55F90BD-8DB5-AEA1-469E-085739EACA61}"/>
              </a:ext>
            </a:extLst>
          </p:cNvPr>
          <p:cNvSpPr/>
          <p:nvPr/>
        </p:nvSpPr>
        <p:spPr>
          <a:xfrm>
            <a:off x="234315" y="107731"/>
            <a:ext cx="5859133" cy="5780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uk-UA" sz="2000" kern="0" spc="-70" dirty="0">
                <a:solidFill>
                  <a:srgbClr val="1A1A1A"/>
                </a:solidFill>
                <a:latin typeface="e-Ukraine Head Bold" panose="00000800000000000000" pitchFamily="50" charset="-52"/>
                <a:ea typeface="e-Ukraine Head" pitchFamily="34" charset="-122"/>
                <a:cs typeface="e-Ukraine Head" pitchFamily="34" charset="-120"/>
              </a:rPr>
              <a:t>Базовий набір логотипів</a:t>
            </a:r>
            <a:endParaRPr lang="en-US" sz="2000" kern="0" spc="-70" dirty="0">
              <a:solidFill>
                <a:srgbClr val="1A1A1A"/>
              </a:solidFill>
              <a:latin typeface="e-Ukraine Head Bold" panose="00000800000000000000" pitchFamily="50" charset="-52"/>
              <a:ea typeface="e-Ukraine Head" pitchFamily="34" charset="-122"/>
              <a:cs typeface="e-Ukraine Head" pitchFamily="34" charset="-120"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B95BAFEA-BC7A-2776-75B7-C381D15CE4A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90784" y="197455"/>
            <a:ext cx="1493513" cy="274319"/>
          </a:xfrm>
          <a:prstGeom prst="rect">
            <a:avLst/>
          </a:prstGeom>
        </p:spPr>
      </p:pic>
      <p:pic>
        <p:nvPicPr>
          <p:cNvPr id="2" name="Graphic 1">
            <a:extLst>
              <a:ext uri="{FF2B5EF4-FFF2-40B4-BE49-F238E27FC236}">
                <a16:creationId xmlns:a16="http://schemas.microsoft.com/office/drawing/2014/main" id="{BDAB8E11-9221-034D-D491-506F61D218F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741556" y="1859487"/>
            <a:ext cx="1178883" cy="414791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4DD00EA3-6639-01BC-4513-FF3D40930BF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830823" y="2013751"/>
            <a:ext cx="2836844" cy="521054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CBD21146-C37B-60A5-8835-80FFB5C1591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519156" y="2945521"/>
            <a:ext cx="3133444" cy="473885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4C957CE1-E84C-34B1-309F-8F98F261E55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213421" y="2045590"/>
            <a:ext cx="1324420" cy="414791"/>
          </a:xfrm>
          <a:prstGeom prst="rect">
            <a:avLst/>
          </a:prstGeom>
        </p:spPr>
      </p:pic>
      <p:sp>
        <p:nvSpPr>
          <p:cNvPr id="9" name="Freeform 66">
            <a:extLst>
              <a:ext uri="{FF2B5EF4-FFF2-40B4-BE49-F238E27FC236}">
                <a16:creationId xmlns:a16="http://schemas.microsoft.com/office/drawing/2014/main" id="{1C4341F7-5236-7734-16A6-7D774C61B409}"/>
              </a:ext>
            </a:extLst>
          </p:cNvPr>
          <p:cNvSpPr/>
          <p:nvPr/>
        </p:nvSpPr>
        <p:spPr>
          <a:xfrm>
            <a:off x="504390" y="999578"/>
            <a:ext cx="419584" cy="475195"/>
          </a:xfrm>
          <a:custGeom>
            <a:avLst/>
            <a:gdLst>
              <a:gd name="connsiteX0" fmla="*/ 0 w 312160"/>
              <a:gd name="connsiteY0" fmla="*/ 135495 h 353533"/>
              <a:gd name="connsiteX1" fmla="*/ 0 w 312160"/>
              <a:gd name="connsiteY1" fmla="*/ 0 h 353533"/>
              <a:gd name="connsiteX2" fmla="*/ 312161 w 312160"/>
              <a:gd name="connsiteY2" fmla="*/ 0 h 353533"/>
              <a:gd name="connsiteX3" fmla="*/ 312161 w 312160"/>
              <a:gd name="connsiteY3" fmla="*/ 135495 h 353533"/>
              <a:gd name="connsiteX4" fmla="*/ 156083 w 312160"/>
              <a:gd name="connsiteY4" fmla="*/ 353534 h 353533"/>
              <a:gd name="connsiteX5" fmla="*/ 0 w 312160"/>
              <a:gd name="connsiteY5" fmla="*/ 135495 h 353533"/>
              <a:gd name="connsiteX6" fmla="*/ 130918 w 312160"/>
              <a:gd name="connsiteY6" fmla="*/ 251525 h 353533"/>
              <a:gd name="connsiteX7" fmla="*/ 156078 w 312160"/>
              <a:gd name="connsiteY7" fmla="*/ 295911 h 353533"/>
              <a:gd name="connsiteX8" fmla="*/ 181237 w 312160"/>
              <a:gd name="connsiteY8" fmla="*/ 251525 h 353533"/>
              <a:gd name="connsiteX9" fmla="*/ 258685 w 312160"/>
              <a:gd name="connsiteY9" fmla="*/ 251525 h 353533"/>
              <a:gd name="connsiteX10" fmla="*/ 258685 w 312160"/>
              <a:gd name="connsiteY10" fmla="*/ 56847 h 353533"/>
              <a:gd name="connsiteX11" fmla="*/ 214655 w 312160"/>
              <a:gd name="connsiteY11" fmla="*/ 146010 h 353533"/>
              <a:gd name="connsiteX12" fmla="*/ 220160 w 312160"/>
              <a:gd name="connsiteY12" fmla="*/ 208695 h 353533"/>
              <a:gd name="connsiteX13" fmla="*/ 178095 w 312160"/>
              <a:gd name="connsiteY13" fmla="*/ 208695 h 353533"/>
              <a:gd name="connsiteX14" fmla="*/ 179666 w 312160"/>
              <a:gd name="connsiteY14" fmla="*/ 154964 h 353533"/>
              <a:gd name="connsiteX15" fmla="*/ 182813 w 312160"/>
              <a:gd name="connsiteY15" fmla="*/ 96561 h 353533"/>
              <a:gd name="connsiteX16" fmla="*/ 156078 w 312160"/>
              <a:gd name="connsiteY16" fmla="*/ 21805 h 353533"/>
              <a:gd name="connsiteX17" fmla="*/ 129342 w 312160"/>
              <a:gd name="connsiteY17" fmla="*/ 96561 h 353533"/>
              <a:gd name="connsiteX18" fmla="*/ 132489 w 312160"/>
              <a:gd name="connsiteY18" fmla="*/ 154964 h 353533"/>
              <a:gd name="connsiteX19" fmla="*/ 134060 w 312160"/>
              <a:gd name="connsiteY19" fmla="*/ 208695 h 353533"/>
              <a:gd name="connsiteX20" fmla="*/ 91995 w 312160"/>
              <a:gd name="connsiteY20" fmla="*/ 208695 h 353533"/>
              <a:gd name="connsiteX21" fmla="*/ 97501 w 312160"/>
              <a:gd name="connsiteY21" fmla="*/ 146010 h 353533"/>
              <a:gd name="connsiteX22" fmla="*/ 53471 w 312160"/>
              <a:gd name="connsiteY22" fmla="*/ 56847 h 353533"/>
              <a:gd name="connsiteX23" fmla="*/ 53471 w 312160"/>
              <a:gd name="connsiteY23" fmla="*/ 251525 h 353533"/>
              <a:gd name="connsiteX24" fmla="*/ 130918 w 312160"/>
              <a:gd name="connsiteY24" fmla="*/ 251525 h 3535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312160" h="353533">
                <a:moveTo>
                  <a:pt x="0" y="135495"/>
                </a:moveTo>
                <a:lnTo>
                  <a:pt x="0" y="0"/>
                </a:lnTo>
                <a:lnTo>
                  <a:pt x="312161" y="0"/>
                </a:lnTo>
                <a:lnTo>
                  <a:pt x="312161" y="135495"/>
                </a:lnTo>
                <a:cubicBezTo>
                  <a:pt x="312161" y="226603"/>
                  <a:pt x="265378" y="311093"/>
                  <a:pt x="156083" y="353534"/>
                </a:cubicBezTo>
                <a:cubicBezTo>
                  <a:pt x="46783" y="311099"/>
                  <a:pt x="0" y="226603"/>
                  <a:pt x="0" y="135495"/>
                </a:cubicBezTo>
                <a:close/>
                <a:moveTo>
                  <a:pt x="130918" y="251525"/>
                </a:moveTo>
                <a:cubicBezTo>
                  <a:pt x="136030" y="266712"/>
                  <a:pt x="144677" y="282285"/>
                  <a:pt x="156078" y="295911"/>
                </a:cubicBezTo>
                <a:cubicBezTo>
                  <a:pt x="167478" y="282285"/>
                  <a:pt x="176130" y="266707"/>
                  <a:pt x="181237" y="251525"/>
                </a:cubicBezTo>
                <a:lnTo>
                  <a:pt x="258685" y="251525"/>
                </a:lnTo>
                <a:lnTo>
                  <a:pt x="258685" y="56847"/>
                </a:lnTo>
                <a:cubicBezTo>
                  <a:pt x="223696" y="72420"/>
                  <a:pt x="214655" y="107851"/>
                  <a:pt x="214655" y="146010"/>
                </a:cubicBezTo>
                <a:cubicBezTo>
                  <a:pt x="214655" y="167035"/>
                  <a:pt x="217408" y="188840"/>
                  <a:pt x="220160" y="208695"/>
                </a:cubicBezTo>
                <a:lnTo>
                  <a:pt x="178095" y="208695"/>
                </a:lnTo>
                <a:lnTo>
                  <a:pt x="179666" y="154964"/>
                </a:lnTo>
                <a:cubicBezTo>
                  <a:pt x="180060" y="135495"/>
                  <a:pt x="181237" y="115640"/>
                  <a:pt x="182813" y="96561"/>
                </a:cubicBezTo>
                <a:cubicBezTo>
                  <a:pt x="185172" y="68138"/>
                  <a:pt x="176130" y="43221"/>
                  <a:pt x="156078" y="21805"/>
                </a:cubicBezTo>
                <a:cubicBezTo>
                  <a:pt x="136025" y="43221"/>
                  <a:pt x="126984" y="68138"/>
                  <a:pt x="129342" y="96561"/>
                </a:cubicBezTo>
                <a:cubicBezTo>
                  <a:pt x="130913" y="115640"/>
                  <a:pt x="132095" y="135495"/>
                  <a:pt x="132489" y="154964"/>
                </a:cubicBezTo>
                <a:lnTo>
                  <a:pt x="134060" y="208695"/>
                </a:lnTo>
                <a:lnTo>
                  <a:pt x="91995" y="208695"/>
                </a:lnTo>
                <a:cubicBezTo>
                  <a:pt x="94748" y="188835"/>
                  <a:pt x="97501" y="167035"/>
                  <a:pt x="97501" y="146010"/>
                </a:cubicBezTo>
                <a:cubicBezTo>
                  <a:pt x="97501" y="107851"/>
                  <a:pt x="88459" y="72420"/>
                  <a:pt x="53471" y="56847"/>
                </a:cubicBezTo>
                <a:lnTo>
                  <a:pt x="53471" y="251525"/>
                </a:lnTo>
                <a:lnTo>
                  <a:pt x="130918" y="251525"/>
                </a:lnTo>
                <a:close/>
              </a:path>
            </a:pathLst>
          </a:custGeom>
          <a:solidFill>
            <a:srgbClr val="1A1A1A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uk-UA"/>
          </a:p>
        </p:txBody>
      </p:sp>
      <p:sp>
        <p:nvSpPr>
          <p:cNvPr id="10" name="Freeform 6">
            <a:extLst>
              <a:ext uri="{FF2B5EF4-FFF2-40B4-BE49-F238E27FC236}">
                <a16:creationId xmlns:a16="http://schemas.microsoft.com/office/drawing/2014/main" id="{8F7B653E-9D71-ADAA-E4AC-2A9B10B4C43F}"/>
              </a:ext>
            </a:extLst>
          </p:cNvPr>
          <p:cNvSpPr/>
          <p:nvPr/>
        </p:nvSpPr>
        <p:spPr>
          <a:xfrm>
            <a:off x="1272867" y="940680"/>
            <a:ext cx="415858" cy="560086"/>
          </a:xfrm>
          <a:custGeom>
            <a:avLst/>
            <a:gdLst>
              <a:gd name="connsiteX0" fmla="*/ 79899 w 211799"/>
              <a:gd name="connsiteY0" fmla="*/ 239235 h 285255"/>
              <a:gd name="connsiteX1" fmla="*/ 0 w 211799"/>
              <a:gd name="connsiteY1" fmla="*/ 239235 h 285255"/>
              <a:gd name="connsiteX2" fmla="*/ 0 w 211799"/>
              <a:gd name="connsiteY2" fmla="*/ 36315 h 285255"/>
              <a:gd name="connsiteX3" fmla="*/ 45743 w 211799"/>
              <a:gd name="connsiteY3" fmla="*/ 129215 h 285255"/>
              <a:gd name="connsiteX4" fmla="*/ 39949 w 211799"/>
              <a:gd name="connsiteY4" fmla="*/ 194217 h 285255"/>
              <a:gd name="connsiteX5" fmla="*/ 83046 w 211799"/>
              <a:gd name="connsiteY5" fmla="*/ 194217 h 285255"/>
              <a:gd name="connsiteX6" fmla="*/ 81723 w 211799"/>
              <a:gd name="connsiteY6" fmla="*/ 138420 h 285255"/>
              <a:gd name="connsiteX7" fmla="*/ 77789 w 211799"/>
              <a:gd name="connsiteY7" fmla="*/ 68941 h 285255"/>
              <a:gd name="connsiteX8" fmla="*/ 105900 w 211799"/>
              <a:gd name="connsiteY8" fmla="*/ 0 h 285255"/>
              <a:gd name="connsiteX9" fmla="*/ 134011 w 211799"/>
              <a:gd name="connsiteY9" fmla="*/ 68941 h 285255"/>
              <a:gd name="connsiteX10" fmla="*/ 130077 w 211799"/>
              <a:gd name="connsiteY10" fmla="*/ 138420 h 285255"/>
              <a:gd name="connsiteX11" fmla="*/ 128753 w 211799"/>
              <a:gd name="connsiteY11" fmla="*/ 194217 h 285255"/>
              <a:gd name="connsiteX12" fmla="*/ 171850 w 211799"/>
              <a:gd name="connsiteY12" fmla="*/ 194217 h 285255"/>
              <a:gd name="connsiteX13" fmla="*/ 166056 w 211799"/>
              <a:gd name="connsiteY13" fmla="*/ 129215 h 285255"/>
              <a:gd name="connsiteX14" fmla="*/ 211799 w 211799"/>
              <a:gd name="connsiteY14" fmla="*/ 36315 h 285255"/>
              <a:gd name="connsiteX15" fmla="*/ 211799 w 211799"/>
              <a:gd name="connsiteY15" fmla="*/ 239199 h 285255"/>
              <a:gd name="connsiteX16" fmla="*/ 131901 w 211799"/>
              <a:gd name="connsiteY16" fmla="*/ 239199 h 285255"/>
              <a:gd name="connsiteX17" fmla="*/ 105900 w 211799"/>
              <a:gd name="connsiteY17" fmla="*/ 285255 h 285255"/>
              <a:gd name="connsiteX18" fmla="*/ 79899 w 211799"/>
              <a:gd name="connsiteY18" fmla="*/ 239199 h 2852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211799" h="285255">
                <a:moveTo>
                  <a:pt x="79899" y="239235"/>
                </a:moveTo>
                <a:lnTo>
                  <a:pt x="0" y="239235"/>
                </a:lnTo>
                <a:lnTo>
                  <a:pt x="0" y="36315"/>
                </a:lnTo>
                <a:cubicBezTo>
                  <a:pt x="30758" y="50246"/>
                  <a:pt x="45743" y="80795"/>
                  <a:pt x="45743" y="129215"/>
                </a:cubicBezTo>
                <a:cubicBezTo>
                  <a:pt x="45743" y="146048"/>
                  <a:pt x="44170" y="164492"/>
                  <a:pt x="39949" y="194217"/>
                </a:cubicBezTo>
                <a:lnTo>
                  <a:pt x="83046" y="194217"/>
                </a:lnTo>
                <a:lnTo>
                  <a:pt x="81723" y="138420"/>
                </a:lnTo>
                <a:cubicBezTo>
                  <a:pt x="80936" y="118149"/>
                  <a:pt x="77789" y="74994"/>
                  <a:pt x="77789" y="68941"/>
                </a:cubicBezTo>
                <a:cubicBezTo>
                  <a:pt x="77789" y="43155"/>
                  <a:pt x="87517" y="19984"/>
                  <a:pt x="105900" y="0"/>
                </a:cubicBezTo>
                <a:cubicBezTo>
                  <a:pt x="124283" y="20020"/>
                  <a:pt x="134011" y="43155"/>
                  <a:pt x="134011" y="68941"/>
                </a:cubicBezTo>
                <a:cubicBezTo>
                  <a:pt x="134011" y="74994"/>
                  <a:pt x="130864" y="118149"/>
                  <a:pt x="130077" y="138420"/>
                </a:cubicBezTo>
                <a:lnTo>
                  <a:pt x="128753" y="194217"/>
                </a:lnTo>
                <a:lnTo>
                  <a:pt x="171850" y="194217"/>
                </a:lnTo>
                <a:cubicBezTo>
                  <a:pt x="167630" y="164492"/>
                  <a:pt x="166056" y="146048"/>
                  <a:pt x="166056" y="129215"/>
                </a:cubicBezTo>
                <a:cubicBezTo>
                  <a:pt x="166056" y="80795"/>
                  <a:pt x="181042" y="50246"/>
                  <a:pt x="211799" y="36315"/>
                </a:cubicBezTo>
                <a:lnTo>
                  <a:pt x="211799" y="239199"/>
                </a:lnTo>
                <a:lnTo>
                  <a:pt x="131901" y="239199"/>
                </a:lnTo>
                <a:cubicBezTo>
                  <a:pt x="126393" y="254993"/>
                  <a:pt x="117452" y="271324"/>
                  <a:pt x="105900" y="285255"/>
                </a:cubicBezTo>
                <a:cubicBezTo>
                  <a:pt x="94348" y="271324"/>
                  <a:pt x="85406" y="254993"/>
                  <a:pt x="79899" y="239199"/>
                </a:cubicBezTo>
              </a:path>
            </a:pathLst>
          </a:custGeom>
          <a:solidFill>
            <a:srgbClr val="F39200"/>
          </a:solidFill>
          <a:ln w="3557" cap="flat">
            <a:noFill/>
            <a:prstDash val="solid"/>
            <a:miter/>
          </a:ln>
        </p:spPr>
        <p:txBody>
          <a:bodyPr rtlCol="0" anchor="ctr"/>
          <a:lstStyle/>
          <a:p>
            <a:endParaRPr lang="uk-UA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80DBFF8C-9DFD-F448-0134-FCD24E78B76B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2981726" y="2668779"/>
            <a:ext cx="2198811" cy="567144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C79CFAB9-3D6E-E0A9-1FF8-B3003D83C01A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2083041" y="960239"/>
            <a:ext cx="1837398" cy="521053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AB91096B-DCD8-3B0B-EE66-B447BCCB7008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5766666" y="1010029"/>
            <a:ext cx="2486025" cy="266700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7A3290C2-FD11-2F96-931A-1A5E66A2B377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5766666" y="1405042"/>
            <a:ext cx="2638425" cy="266700"/>
          </a:xfrm>
          <a:prstGeom prst="rect">
            <a:avLst/>
          </a:prstGeom>
        </p:spPr>
      </p:pic>
      <p:pic>
        <p:nvPicPr>
          <p:cNvPr id="20" name="Graphic 19">
            <a:extLst>
              <a:ext uri="{FF2B5EF4-FFF2-40B4-BE49-F238E27FC236}">
                <a16:creationId xmlns:a16="http://schemas.microsoft.com/office/drawing/2014/main" id="{0D212BC7-E233-E27C-C2E3-A1BC0D89196B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492263" y="1634535"/>
            <a:ext cx="1941404" cy="922820"/>
          </a:xfrm>
          <a:prstGeom prst="rect">
            <a:avLst/>
          </a:prstGeom>
        </p:spPr>
      </p:pic>
      <p:pic>
        <p:nvPicPr>
          <p:cNvPr id="22" name="Graphic 21">
            <a:extLst>
              <a:ext uri="{FF2B5EF4-FFF2-40B4-BE49-F238E27FC236}">
                <a16:creationId xmlns:a16="http://schemas.microsoft.com/office/drawing/2014/main" id="{9C21BDBB-5CE9-57F0-CD80-46C82A333642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504390" y="2636314"/>
            <a:ext cx="2446343" cy="914114"/>
          </a:xfrm>
          <a:prstGeom prst="rect">
            <a:avLst/>
          </a:prstGeom>
        </p:spPr>
      </p:pic>
      <p:grpSp>
        <p:nvGrpSpPr>
          <p:cNvPr id="46" name="Group 45">
            <a:extLst>
              <a:ext uri="{FF2B5EF4-FFF2-40B4-BE49-F238E27FC236}">
                <a16:creationId xmlns:a16="http://schemas.microsoft.com/office/drawing/2014/main" id="{FF047296-8306-2EC5-A7CA-E7E16AB9664C}"/>
              </a:ext>
            </a:extLst>
          </p:cNvPr>
          <p:cNvGrpSpPr/>
          <p:nvPr/>
        </p:nvGrpSpPr>
        <p:grpSpPr>
          <a:xfrm>
            <a:off x="4254111" y="839718"/>
            <a:ext cx="1178883" cy="836892"/>
            <a:chOff x="7389916" y="2687694"/>
            <a:chExt cx="2212901" cy="1570943"/>
          </a:xfrm>
        </p:grpSpPr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C1D42AC0-1C08-2DDA-23FC-F4EEB12D4D04}"/>
                </a:ext>
              </a:extLst>
            </p:cNvPr>
            <p:cNvSpPr/>
            <p:nvPr/>
          </p:nvSpPr>
          <p:spPr>
            <a:xfrm>
              <a:off x="7389916" y="2687694"/>
              <a:ext cx="2199565" cy="902209"/>
            </a:xfrm>
            <a:custGeom>
              <a:avLst/>
              <a:gdLst>
                <a:gd name="csX0" fmla="*/ 2180473 w 2199565"/>
                <a:gd name="csY0" fmla="*/ 245061 h 902209"/>
                <a:gd name="csX1" fmla="*/ 2199565 w 2199565"/>
                <a:gd name="csY1" fmla="*/ 203937 h 902209"/>
                <a:gd name="csX2" fmla="*/ 2185224 w 2199565"/>
                <a:gd name="csY2" fmla="*/ 193441 h 902209"/>
                <a:gd name="csX3" fmla="*/ 2193186 w 2199565"/>
                <a:gd name="csY3" fmla="*/ 143811 h 902209"/>
                <a:gd name="csX4" fmla="*/ 2179750 w 2199565"/>
                <a:gd name="csY4" fmla="*/ 145078 h 902209"/>
                <a:gd name="csX5" fmla="*/ 2164458 w 2199565"/>
                <a:gd name="csY5" fmla="*/ 131913 h 902209"/>
                <a:gd name="csX6" fmla="*/ 2123334 w 2199565"/>
                <a:gd name="csY6" fmla="*/ 163763 h 902209"/>
                <a:gd name="csX7" fmla="*/ 2080490 w 2199565"/>
                <a:gd name="csY7" fmla="*/ 189188 h 902209"/>
                <a:gd name="csX8" fmla="*/ 2043393 w 2199565"/>
                <a:gd name="csY8" fmla="*/ 231986 h 902209"/>
                <a:gd name="csX9" fmla="*/ 2033892 w 2199565"/>
                <a:gd name="csY9" fmla="*/ 228774 h 902209"/>
                <a:gd name="csX10" fmla="*/ 2027875 w 2199565"/>
                <a:gd name="csY10" fmla="*/ 244383 h 902209"/>
                <a:gd name="csX11" fmla="*/ 2009145 w 2199565"/>
                <a:gd name="csY11" fmla="*/ 241985 h 902209"/>
                <a:gd name="csX12" fmla="*/ 2000459 w 2199565"/>
                <a:gd name="csY12" fmla="*/ 239361 h 902209"/>
                <a:gd name="csX13" fmla="*/ 2000006 w 2199565"/>
                <a:gd name="csY13" fmla="*/ 230177 h 902209"/>
                <a:gd name="csX14" fmla="*/ 2010095 w 2199565"/>
                <a:gd name="csY14" fmla="*/ 230810 h 902209"/>
                <a:gd name="csX15" fmla="*/ 2035837 w 2199565"/>
                <a:gd name="csY15" fmla="*/ 209864 h 902209"/>
                <a:gd name="csX16" fmla="*/ 2041583 w 2199565"/>
                <a:gd name="csY16" fmla="*/ 203077 h 902209"/>
                <a:gd name="csX17" fmla="*/ 2030861 w 2199565"/>
                <a:gd name="csY17" fmla="*/ 196925 h 902209"/>
                <a:gd name="csX18" fmla="*/ 1992270 w 2199565"/>
                <a:gd name="csY18" fmla="*/ 217193 h 902209"/>
                <a:gd name="csX19" fmla="*/ 1937347 w 2199565"/>
                <a:gd name="csY19" fmla="*/ 230358 h 902209"/>
                <a:gd name="csX20" fmla="*/ 1964175 w 2199565"/>
                <a:gd name="csY20" fmla="*/ 248409 h 902209"/>
                <a:gd name="csX21" fmla="*/ 1892785 w 2199565"/>
                <a:gd name="csY21" fmla="*/ 268994 h 902209"/>
                <a:gd name="csX22" fmla="*/ 1887401 w 2199565"/>
                <a:gd name="csY22" fmla="*/ 289398 h 902209"/>
                <a:gd name="csX23" fmla="*/ 1822887 w 2199565"/>
                <a:gd name="csY23" fmla="*/ 303468 h 902209"/>
                <a:gd name="csX24" fmla="*/ 1798004 w 2199565"/>
                <a:gd name="csY24" fmla="*/ 297360 h 902209"/>
                <a:gd name="csX25" fmla="*/ 1689064 w 2199565"/>
                <a:gd name="csY25" fmla="*/ 316226 h 902209"/>
                <a:gd name="csX26" fmla="*/ 1677120 w 2199565"/>
                <a:gd name="csY26" fmla="*/ 315321 h 902209"/>
                <a:gd name="csX27" fmla="*/ 1668479 w 2199565"/>
                <a:gd name="csY27" fmla="*/ 325726 h 902209"/>
                <a:gd name="csX28" fmla="*/ 1573246 w 2199565"/>
                <a:gd name="csY28" fmla="*/ 317040 h 902209"/>
                <a:gd name="csX29" fmla="*/ 1554426 w 2199565"/>
                <a:gd name="csY29" fmla="*/ 306499 h 902209"/>
                <a:gd name="csX30" fmla="*/ 1534746 w 2199565"/>
                <a:gd name="csY30" fmla="*/ 316497 h 902209"/>
                <a:gd name="csX31" fmla="*/ 1472223 w 2199565"/>
                <a:gd name="csY31" fmla="*/ 302472 h 902209"/>
                <a:gd name="csX32" fmla="*/ 1446209 w 2199565"/>
                <a:gd name="csY32" fmla="*/ 283426 h 902209"/>
                <a:gd name="csX33" fmla="*/ 1367625 w 2199565"/>
                <a:gd name="csY33" fmla="*/ 265193 h 902209"/>
                <a:gd name="csX34" fmla="*/ 1279676 w 2199565"/>
                <a:gd name="csY34" fmla="*/ 242844 h 902209"/>
                <a:gd name="csX35" fmla="*/ 1273795 w 2199565"/>
                <a:gd name="csY35" fmla="*/ 236737 h 902209"/>
                <a:gd name="csX36" fmla="*/ 1275152 w 2199565"/>
                <a:gd name="csY36" fmla="*/ 234203 h 902209"/>
                <a:gd name="csX37" fmla="*/ 1285241 w 2199565"/>
                <a:gd name="csY37" fmla="*/ 237551 h 902209"/>
                <a:gd name="csX38" fmla="*/ 1351338 w 2199565"/>
                <a:gd name="csY38" fmla="*/ 253205 h 902209"/>
                <a:gd name="csX39" fmla="*/ 1461500 w 2199565"/>
                <a:gd name="csY39" fmla="*/ 273382 h 902209"/>
                <a:gd name="csX40" fmla="*/ 1497422 w 2199565"/>
                <a:gd name="csY40" fmla="*/ 275282 h 902209"/>
                <a:gd name="csX41" fmla="*/ 1538908 w 2199565"/>
                <a:gd name="csY41" fmla="*/ 278630 h 902209"/>
                <a:gd name="csX42" fmla="*/ 1615909 w 2199565"/>
                <a:gd name="csY42" fmla="*/ 283471 h 902209"/>
                <a:gd name="csX43" fmla="*/ 1635815 w 2199565"/>
                <a:gd name="csY43" fmla="*/ 270894 h 902209"/>
                <a:gd name="csX44" fmla="*/ 1655495 w 2199565"/>
                <a:gd name="csY44" fmla="*/ 277816 h 902209"/>
                <a:gd name="csX45" fmla="*/ 1677753 w 2199565"/>
                <a:gd name="csY45" fmla="*/ 284647 h 902209"/>
                <a:gd name="csX46" fmla="*/ 1695488 w 2199565"/>
                <a:gd name="csY46" fmla="*/ 260986 h 902209"/>
                <a:gd name="csX47" fmla="*/ 1720913 w 2199565"/>
                <a:gd name="csY47" fmla="*/ 257412 h 902209"/>
                <a:gd name="csX48" fmla="*/ 1772624 w 2199565"/>
                <a:gd name="csY48" fmla="*/ 263474 h 902209"/>
                <a:gd name="csX49" fmla="*/ 1782351 w 2199565"/>
                <a:gd name="csY49" fmla="*/ 254879 h 902209"/>
                <a:gd name="csX50" fmla="*/ 1814925 w 2199565"/>
                <a:gd name="csY50" fmla="*/ 245016 h 902209"/>
                <a:gd name="csX51" fmla="*/ 1787825 w 2199565"/>
                <a:gd name="csY51" fmla="*/ 232394 h 902209"/>
                <a:gd name="csX52" fmla="*/ 1654726 w 2199565"/>
                <a:gd name="csY52" fmla="*/ 240220 h 902209"/>
                <a:gd name="csX53" fmla="*/ 1615411 w 2199565"/>
                <a:gd name="csY53" fmla="*/ 243116 h 902209"/>
                <a:gd name="csX54" fmla="*/ 1284245 w 2199565"/>
                <a:gd name="csY54" fmla="*/ 179100 h 902209"/>
                <a:gd name="csX55" fmla="*/ 1190596 w 2199565"/>
                <a:gd name="csY55" fmla="*/ 146390 h 902209"/>
                <a:gd name="csX56" fmla="*/ 998276 w 2199565"/>
                <a:gd name="csY56" fmla="*/ 80519 h 902209"/>
                <a:gd name="csX57" fmla="*/ 629832 w 2199565"/>
                <a:gd name="csY57" fmla="*/ 804 h 902209"/>
                <a:gd name="csX58" fmla="*/ 315903 w 2199565"/>
                <a:gd name="csY58" fmla="*/ 63599 h 902209"/>
                <a:gd name="csX59" fmla="*/ 279982 w 2199565"/>
                <a:gd name="csY59" fmla="*/ 80926 h 902209"/>
                <a:gd name="csX60" fmla="*/ 280841 w 2199565"/>
                <a:gd name="csY60" fmla="*/ 73054 h 902209"/>
                <a:gd name="csX61" fmla="*/ 229085 w 2199565"/>
                <a:gd name="csY61" fmla="*/ 115128 h 902209"/>
                <a:gd name="csX62" fmla="*/ 160681 w 2199565"/>
                <a:gd name="csY62" fmla="*/ 166342 h 902209"/>
                <a:gd name="csX63" fmla="*/ 156383 w 2199565"/>
                <a:gd name="csY63" fmla="*/ 170549 h 902209"/>
                <a:gd name="csX64" fmla="*/ 152220 w 2199565"/>
                <a:gd name="csY64" fmla="*/ 169825 h 902209"/>
                <a:gd name="csX65" fmla="*/ 153125 w 2199565"/>
                <a:gd name="csY65" fmla="*/ 160958 h 902209"/>
                <a:gd name="csX66" fmla="*/ 122542 w 2199565"/>
                <a:gd name="csY66" fmla="*/ 207059 h 902209"/>
                <a:gd name="csX67" fmla="*/ 94357 w 2199565"/>
                <a:gd name="csY67" fmla="*/ 290664 h 902209"/>
                <a:gd name="csX68" fmla="*/ 73727 w 2199565"/>
                <a:gd name="csY68" fmla="*/ 362824 h 902209"/>
                <a:gd name="csX69" fmla="*/ 66760 w 2199565"/>
                <a:gd name="csY69" fmla="*/ 375130 h 902209"/>
                <a:gd name="csX70" fmla="*/ 78432 w 2199565"/>
                <a:gd name="csY70" fmla="*/ 382821 h 902209"/>
                <a:gd name="csX71" fmla="*/ 47940 w 2199565"/>
                <a:gd name="csY71" fmla="*/ 486332 h 902209"/>
                <a:gd name="csX72" fmla="*/ 43687 w 2199565"/>
                <a:gd name="csY72" fmla="*/ 541029 h 902209"/>
                <a:gd name="csX73" fmla="*/ 31427 w 2199565"/>
                <a:gd name="csY73" fmla="*/ 648477 h 902209"/>
                <a:gd name="csX74" fmla="*/ 32512 w 2199565"/>
                <a:gd name="csY74" fmla="*/ 737240 h 902209"/>
                <a:gd name="csX75" fmla="*/ 13782 w 2199565"/>
                <a:gd name="csY75" fmla="*/ 814512 h 902209"/>
                <a:gd name="csX76" fmla="*/ 165 w 2199565"/>
                <a:gd name="csY76" fmla="*/ 858215 h 902209"/>
                <a:gd name="csX77" fmla="*/ 30974 w 2199565"/>
                <a:gd name="csY77" fmla="*/ 829532 h 902209"/>
                <a:gd name="csX78" fmla="*/ 48256 w 2199565"/>
                <a:gd name="csY78" fmla="*/ 841566 h 902209"/>
                <a:gd name="csX79" fmla="*/ 38213 w 2199565"/>
                <a:gd name="csY79" fmla="*/ 898072 h 902209"/>
                <a:gd name="csX80" fmla="*/ 52871 w 2199565"/>
                <a:gd name="csY80" fmla="*/ 886717 h 902209"/>
                <a:gd name="csX81" fmla="*/ 229990 w 2199565"/>
                <a:gd name="csY81" fmla="*/ 673902 h 902209"/>
                <a:gd name="csX82" fmla="*/ 200086 w 2199565"/>
                <a:gd name="csY82" fmla="*/ 734706 h 902209"/>
                <a:gd name="csX83" fmla="*/ 163124 w 2199565"/>
                <a:gd name="csY83" fmla="*/ 779450 h 902209"/>
                <a:gd name="csX84" fmla="*/ 140367 w 2199565"/>
                <a:gd name="csY84" fmla="*/ 798406 h 902209"/>
                <a:gd name="csX85" fmla="*/ 135798 w 2199565"/>
                <a:gd name="csY85" fmla="*/ 818765 h 902209"/>
                <a:gd name="csX86" fmla="*/ 116797 w 2199565"/>
                <a:gd name="csY86" fmla="*/ 832382 h 902209"/>
                <a:gd name="csX87" fmla="*/ 91688 w 2199565"/>
                <a:gd name="csY87" fmla="*/ 879297 h 902209"/>
                <a:gd name="csX88" fmla="*/ 136748 w 2199565"/>
                <a:gd name="csY88" fmla="*/ 827044 h 902209"/>
                <a:gd name="csX89" fmla="*/ 194657 w 2199565"/>
                <a:gd name="csY89" fmla="*/ 766783 h 902209"/>
                <a:gd name="csX90" fmla="*/ 224742 w 2199565"/>
                <a:gd name="csY90" fmla="*/ 745836 h 902209"/>
                <a:gd name="csX91" fmla="*/ 371233 w 2199565"/>
                <a:gd name="csY91" fmla="*/ 665261 h 902209"/>
                <a:gd name="csX92" fmla="*/ 392089 w 2199565"/>
                <a:gd name="csY92" fmla="*/ 650286 h 902209"/>
                <a:gd name="csX93" fmla="*/ 400323 w 2199565"/>
                <a:gd name="csY93" fmla="*/ 658158 h 902209"/>
                <a:gd name="csX94" fmla="*/ 408014 w 2199565"/>
                <a:gd name="csY94" fmla="*/ 647979 h 902209"/>
                <a:gd name="csX95" fmla="*/ 469678 w 2199565"/>
                <a:gd name="csY95" fmla="*/ 627123 h 902209"/>
                <a:gd name="csX96" fmla="*/ 516141 w 2199565"/>
                <a:gd name="csY96" fmla="*/ 621151 h 902209"/>
                <a:gd name="csX97" fmla="*/ 611011 w 2199565"/>
                <a:gd name="csY97" fmla="*/ 618708 h 902209"/>
                <a:gd name="csX98" fmla="*/ 719590 w 2199565"/>
                <a:gd name="csY98" fmla="*/ 627847 h 902209"/>
                <a:gd name="csX99" fmla="*/ 860697 w 2199565"/>
                <a:gd name="csY99" fmla="*/ 663949 h 902209"/>
                <a:gd name="csX100" fmla="*/ 955749 w 2199565"/>
                <a:gd name="csY100" fmla="*/ 696885 h 902209"/>
                <a:gd name="csX101" fmla="*/ 1076815 w 2199565"/>
                <a:gd name="csY101" fmla="*/ 744026 h 902209"/>
                <a:gd name="csX102" fmla="*/ 1124408 w 2199565"/>
                <a:gd name="csY102" fmla="*/ 756196 h 902209"/>
                <a:gd name="csX103" fmla="*/ 1228554 w 2199565"/>
                <a:gd name="csY103" fmla="*/ 810124 h 902209"/>
                <a:gd name="csX104" fmla="*/ 1313697 w 2199565"/>
                <a:gd name="csY104" fmla="*/ 846452 h 902209"/>
                <a:gd name="csX105" fmla="*/ 1545423 w 2199565"/>
                <a:gd name="csY105" fmla="*/ 899701 h 902209"/>
                <a:gd name="csX106" fmla="*/ 1837455 w 2199565"/>
                <a:gd name="csY106" fmla="*/ 851203 h 902209"/>
                <a:gd name="csX107" fmla="*/ 1920879 w 2199565"/>
                <a:gd name="csY107" fmla="*/ 804378 h 902209"/>
                <a:gd name="csX108" fmla="*/ 2038190 w 2199565"/>
                <a:gd name="csY108" fmla="*/ 681729 h 902209"/>
                <a:gd name="csX109" fmla="*/ 2078274 w 2199565"/>
                <a:gd name="csY109" fmla="*/ 637166 h 902209"/>
                <a:gd name="csX110" fmla="*/ 2099627 w 2199565"/>
                <a:gd name="csY110" fmla="*/ 608167 h 902209"/>
                <a:gd name="csX111" fmla="*/ 2153148 w 2199565"/>
                <a:gd name="csY111" fmla="*/ 539717 h 902209"/>
                <a:gd name="csX112" fmla="*/ 2170430 w 2199565"/>
                <a:gd name="csY112" fmla="*/ 504519 h 902209"/>
                <a:gd name="csX113" fmla="*/ 2170701 w 2199565"/>
                <a:gd name="csY113" fmla="*/ 462490 h 902209"/>
                <a:gd name="csX114" fmla="*/ 2161698 w 2199565"/>
                <a:gd name="csY114" fmla="*/ 426343 h 902209"/>
                <a:gd name="csX115" fmla="*/ 2112838 w 2199565"/>
                <a:gd name="csY115" fmla="*/ 461631 h 902209"/>
                <a:gd name="csX116" fmla="*/ 2153962 w 2199565"/>
                <a:gd name="csY116" fmla="*/ 394583 h 902209"/>
                <a:gd name="csX117" fmla="*/ 2167218 w 2199565"/>
                <a:gd name="csY117" fmla="*/ 356174 h 902209"/>
                <a:gd name="csX118" fmla="*/ 2159346 w 2199565"/>
                <a:gd name="csY118" fmla="*/ 348618 h 902209"/>
                <a:gd name="csX119" fmla="*/ 2194272 w 2199565"/>
                <a:gd name="csY119" fmla="*/ 261710 h 902209"/>
                <a:gd name="csX120" fmla="*/ 2180473 w 2199565"/>
                <a:gd name="csY120" fmla="*/ 244971 h 902209"/>
                <a:gd name="csX121" fmla="*/ 356439 w 2199565"/>
                <a:gd name="csY121" fmla="*/ 616853 h 902209"/>
                <a:gd name="csX122" fmla="*/ 337212 w 2199565"/>
                <a:gd name="csY122" fmla="*/ 622508 h 902209"/>
                <a:gd name="csX123" fmla="*/ 325901 w 2199565"/>
                <a:gd name="csY123" fmla="*/ 607579 h 902209"/>
                <a:gd name="csX124" fmla="*/ 351734 w 2199565"/>
                <a:gd name="csY124" fmla="*/ 590794 h 902209"/>
                <a:gd name="csX125" fmla="*/ 368292 w 2199565"/>
                <a:gd name="csY125" fmla="*/ 601019 h 902209"/>
                <a:gd name="csX126" fmla="*/ 356439 w 2199565"/>
                <a:gd name="csY126" fmla="*/ 616808 h 902209"/>
                <a:gd name="csX127" fmla="*/ 1637579 w 2199565"/>
                <a:gd name="csY127" fmla="*/ 840933 h 902209"/>
                <a:gd name="csX128" fmla="*/ 1615773 w 2199565"/>
                <a:gd name="csY128" fmla="*/ 850931 h 902209"/>
                <a:gd name="csX129" fmla="*/ 1610434 w 2199565"/>
                <a:gd name="csY129" fmla="*/ 865454 h 902209"/>
                <a:gd name="csX130" fmla="*/ 1603558 w 2199565"/>
                <a:gd name="csY130" fmla="*/ 841204 h 902209"/>
                <a:gd name="csX131" fmla="*/ 1561800 w 2199565"/>
                <a:gd name="csY131" fmla="*/ 839756 h 902209"/>
                <a:gd name="csX132" fmla="*/ 1453855 w 2199565"/>
                <a:gd name="csY132" fmla="*/ 825958 h 902209"/>
                <a:gd name="csX133" fmla="*/ 1407030 w 2199565"/>
                <a:gd name="csY133" fmla="*/ 810802 h 902209"/>
                <a:gd name="csX134" fmla="*/ 1415038 w 2199565"/>
                <a:gd name="csY134" fmla="*/ 836952 h 902209"/>
                <a:gd name="csX135" fmla="*/ 1375135 w 2199565"/>
                <a:gd name="csY135" fmla="*/ 821751 h 902209"/>
                <a:gd name="csX136" fmla="*/ 1343014 w 2199565"/>
                <a:gd name="csY136" fmla="*/ 805464 h 902209"/>
                <a:gd name="csX137" fmla="*/ 1326998 w 2199565"/>
                <a:gd name="csY137" fmla="*/ 804242 h 902209"/>
                <a:gd name="csX138" fmla="*/ 1324691 w 2199565"/>
                <a:gd name="csY138" fmla="*/ 788408 h 902209"/>
                <a:gd name="csX139" fmla="*/ 1300668 w 2199565"/>
                <a:gd name="csY139" fmla="*/ 801211 h 902209"/>
                <a:gd name="csX140" fmla="*/ 1278228 w 2199565"/>
                <a:gd name="csY140" fmla="*/ 791665 h 902209"/>
                <a:gd name="csX141" fmla="*/ 1283341 w 2199565"/>
                <a:gd name="csY141" fmla="*/ 778500 h 902209"/>
                <a:gd name="csX142" fmla="*/ 1200142 w 2199565"/>
                <a:gd name="csY142" fmla="*/ 766194 h 902209"/>
                <a:gd name="csX143" fmla="*/ 1214303 w 2199565"/>
                <a:gd name="csY143" fmla="*/ 749455 h 902209"/>
                <a:gd name="csX144" fmla="*/ 1165759 w 2199565"/>
                <a:gd name="csY144" fmla="*/ 756422 h 902209"/>
                <a:gd name="csX145" fmla="*/ 1145672 w 2199565"/>
                <a:gd name="csY145" fmla="*/ 730182 h 902209"/>
                <a:gd name="csX146" fmla="*/ 1079393 w 2199565"/>
                <a:gd name="csY146" fmla="*/ 708014 h 902209"/>
                <a:gd name="csX147" fmla="*/ 1011124 w 2199565"/>
                <a:gd name="csY147" fmla="*/ 688108 h 902209"/>
                <a:gd name="csX148" fmla="*/ 939236 w 2199565"/>
                <a:gd name="csY148" fmla="*/ 657751 h 902209"/>
                <a:gd name="csX149" fmla="*/ 894266 w 2199565"/>
                <a:gd name="csY149" fmla="*/ 654222 h 902209"/>
                <a:gd name="csX150" fmla="*/ 803558 w 2199565"/>
                <a:gd name="csY150" fmla="*/ 617215 h 902209"/>
                <a:gd name="csX151" fmla="*/ 785416 w 2199565"/>
                <a:gd name="csY151" fmla="*/ 630968 h 902209"/>
                <a:gd name="csX152" fmla="*/ 765510 w 2199565"/>
                <a:gd name="csY152" fmla="*/ 619522 h 902209"/>
                <a:gd name="csX153" fmla="*/ 693531 w 2199565"/>
                <a:gd name="csY153" fmla="*/ 592197 h 902209"/>
                <a:gd name="csX154" fmla="*/ 617028 w 2199565"/>
                <a:gd name="csY154" fmla="*/ 610927 h 902209"/>
                <a:gd name="csX155" fmla="*/ 604542 w 2199565"/>
                <a:gd name="csY155" fmla="*/ 583782 h 902209"/>
                <a:gd name="csX156" fmla="*/ 599520 w 2199565"/>
                <a:gd name="csY156" fmla="*/ 602602 h 902209"/>
                <a:gd name="csX157" fmla="*/ 570792 w 2199565"/>
                <a:gd name="csY157" fmla="*/ 608122 h 902209"/>
                <a:gd name="csX158" fmla="*/ 486915 w 2199565"/>
                <a:gd name="csY158" fmla="*/ 587220 h 902209"/>
                <a:gd name="csX159" fmla="*/ 483160 w 2199565"/>
                <a:gd name="csY159" fmla="*/ 601290 h 902209"/>
                <a:gd name="csX160" fmla="*/ 465878 w 2199565"/>
                <a:gd name="csY160" fmla="*/ 603417 h 902209"/>
                <a:gd name="csX161" fmla="*/ 457010 w 2199565"/>
                <a:gd name="csY161" fmla="*/ 601335 h 902209"/>
                <a:gd name="csX162" fmla="*/ 460132 w 2199565"/>
                <a:gd name="csY162" fmla="*/ 595409 h 902209"/>
                <a:gd name="csX163" fmla="*/ 465697 w 2199565"/>
                <a:gd name="csY163" fmla="*/ 594278 h 902209"/>
                <a:gd name="csX164" fmla="*/ 465697 w 2199565"/>
                <a:gd name="csY164" fmla="*/ 585592 h 902209"/>
                <a:gd name="csX165" fmla="*/ 456875 w 2199565"/>
                <a:gd name="csY165" fmla="*/ 581927 h 902209"/>
                <a:gd name="csX166" fmla="*/ 438642 w 2199565"/>
                <a:gd name="csY166" fmla="*/ 575593 h 902209"/>
                <a:gd name="csX167" fmla="*/ 449636 w 2199565"/>
                <a:gd name="csY167" fmla="*/ 569214 h 902209"/>
                <a:gd name="csX168" fmla="*/ 507364 w 2199565"/>
                <a:gd name="csY168" fmla="*/ 549353 h 902209"/>
                <a:gd name="csX169" fmla="*/ 873229 w 2199565"/>
                <a:gd name="csY169" fmla="*/ 598892 h 902209"/>
                <a:gd name="csX170" fmla="*/ 1119658 w 2199565"/>
                <a:gd name="csY170" fmla="*/ 691818 h 902209"/>
                <a:gd name="csX171" fmla="*/ 1330482 w 2199565"/>
                <a:gd name="csY171" fmla="*/ 771985 h 902209"/>
                <a:gd name="csX172" fmla="*/ 1627219 w 2199565"/>
                <a:gd name="csY172" fmla="*/ 834644 h 902209"/>
                <a:gd name="csX173" fmla="*/ 1637489 w 2199565"/>
                <a:gd name="csY173" fmla="*/ 841023 h 902209"/>
                <a:gd name="csX174" fmla="*/ 1760907 w 2199565"/>
                <a:gd name="csY174" fmla="*/ 833197 h 902209"/>
                <a:gd name="csX175" fmla="*/ 1747289 w 2199565"/>
                <a:gd name="csY175" fmla="*/ 844235 h 902209"/>
                <a:gd name="csX176" fmla="*/ 1702862 w 2199565"/>
                <a:gd name="csY176" fmla="*/ 851972 h 902209"/>
                <a:gd name="csX177" fmla="*/ 1694493 w 2199565"/>
                <a:gd name="csY177" fmla="*/ 856224 h 902209"/>
                <a:gd name="csX178" fmla="*/ 1691507 w 2199565"/>
                <a:gd name="csY178" fmla="*/ 852334 h 902209"/>
                <a:gd name="csX179" fmla="*/ 1696031 w 2199565"/>
                <a:gd name="csY179" fmla="*/ 845547 h 902209"/>
                <a:gd name="csX180" fmla="*/ 1675898 w 2199565"/>
                <a:gd name="csY180" fmla="*/ 832835 h 902209"/>
                <a:gd name="csX181" fmla="*/ 1754030 w 2199565"/>
                <a:gd name="csY181" fmla="*/ 821117 h 902209"/>
                <a:gd name="csX182" fmla="*/ 1760952 w 2199565"/>
                <a:gd name="csY182" fmla="*/ 833151 h 902209"/>
                <a:gd name="csX183" fmla="*/ 1846412 w 2199565"/>
                <a:gd name="csY183" fmla="*/ 808585 h 902209"/>
                <a:gd name="csX184" fmla="*/ 1801171 w 2199565"/>
                <a:gd name="csY184" fmla="*/ 826908 h 902209"/>
                <a:gd name="csX185" fmla="*/ 1767105 w 2199565"/>
                <a:gd name="csY185" fmla="*/ 819850 h 902209"/>
                <a:gd name="csX186" fmla="*/ 1826823 w 2199565"/>
                <a:gd name="csY186" fmla="*/ 800940 h 902209"/>
                <a:gd name="csX187" fmla="*/ 1838993 w 2199565"/>
                <a:gd name="csY187" fmla="*/ 797908 h 902209"/>
                <a:gd name="csX188" fmla="*/ 1846412 w 2199565"/>
                <a:gd name="csY188" fmla="*/ 808585 h 90220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  <a:cxn ang="0">
                  <a:pos x="csX98" y="csY98"/>
                </a:cxn>
                <a:cxn ang="0">
                  <a:pos x="csX99" y="csY99"/>
                </a:cxn>
                <a:cxn ang="0">
                  <a:pos x="csX100" y="csY100"/>
                </a:cxn>
                <a:cxn ang="0">
                  <a:pos x="csX101" y="csY101"/>
                </a:cxn>
                <a:cxn ang="0">
                  <a:pos x="csX102" y="csY102"/>
                </a:cxn>
                <a:cxn ang="0">
                  <a:pos x="csX103" y="csY103"/>
                </a:cxn>
                <a:cxn ang="0">
                  <a:pos x="csX104" y="csY104"/>
                </a:cxn>
                <a:cxn ang="0">
                  <a:pos x="csX105" y="csY105"/>
                </a:cxn>
                <a:cxn ang="0">
                  <a:pos x="csX106" y="csY106"/>
                </a:cxn>
                <a:cxn ang="0">
                  <a:pos x="csX107" y="csY107"/>
                </a:cxn>
                <a:cxn ang="0">
                  <a:pos x="csX108" y="csY108"/>
                </a:cxn>
                <a:cxn ang="0">
                  <a:pos x="csX109" y="csY109"/>
                </a:cxn>
                <a:cxn ang="0">
                  <a:pos x="csX110" y="csY110"/>
                </a:cxn>
                <a:cxn ang="0">
                  <a:pos x="csX111" y="csY111"/>
                </a:cxn>
                <a:cxn ang="0">
                  <a:pos x="csX112" y="csY112"/>
                </a:cxn>
                <a:cxn ang="0">
                  <a:pos x="csX113" y="csY113"/>
                </a:cxn>
                <a:cxn ang="0">
                  <a:pos x="csX114" y="csY114"/>
                </a:cxn>
                <a:cxn ang="0">
                  <a:pos x="csX115" y="csY115"/>
                </a:cxn>
                <a:cxn ang="0">
                  <a:pos x="csX116" y="csY116"/>
                </a:cxn>
                <a:cxn ang="0">
                  <a:pos x="csX117" y="csY117"/>
                </a:cxn>
                <a:cxn ang="0">
                  <a:pos x="csX118" y="csY118"/>
                </a:cxn>
                <a:cxn ang="0">
                  <a:pos x="csX119" y="csY119"/>
                </a:cxn>
                <a:cxn ang="0">
                  <a:pos x="csX120" y="csY120"/>
                </a:cxn>
                <a:cxn ang="0">
                  <a:pos x="csX121" y="csY121"/>
                </a:cxn>
                <a:cxn ang="0">
                  <a:pos x="csX122" y="csY122"/>
                </a:cxn>
                <a:cxn ang="0">
                  <a:pos x="csX123" y="csY123"/>
                </a:cxn>
                <a:cxn ang="0">
                  <a:pos x="csX124" y="csY124"/>
                </a:cxn>
                <a:cxn ang="0">
                  <a:pos x="csX125" y="csY125"/>
                </a:cxn>
                <a:cxn ang="0">
                  <a:pos x="csX126" y="csY126"/>
                </a:cxn>
                <a:cxn ang="0">
                  <a:pos x="csX127" y="csY127"/>
                </a:cxn>
                <a:cxn ang="0">
                  <a:pos x="csX128" y="csY128"/>
                </a:cxn>
                <a:cxn ang="0">
                  <a:pos x="csX129" y="csY129"/>
                </a:cxn>
                <a:cxn ang="0">
                  <a:pos x="csX130" y="csY130"/>
                </a:cxn>
                <a:cxn ang="0">
                  <a:pos x="csX131" y="csY131"/>
                </a:cxn>
                <a:cxn ang="0">
                  <a:pos x="csX132" y="csY132"/>
                </a:cxn>
                <a:cxn ang="0">
                  <a:pos x="csX133" y="csY133"/>
                </a:cxn>
                <a:cxn ang="0">
                  <a:pos x="csX134" y="csY134"/>
                </a:cxn>
                <a:cxn ang="0">
                  <a:pos x="csX135" y="csY135"/>
                </a:cxn>
                <a:cxn ang="0">
                  <a:pos x="csX136" y="csY136"/>
                </a:cxn>
                <a:cxn ang="0">
                  <a:pos x="csX137" y="csY137"/>
                </a:cxn>
                <a:cxn ang="0">
                  <a:pos x="csX138" y="csY138"/>
                </a:cxn>
                <a:cxn ang="0">
                  <a:pos x="csX139" y="csY139"/>
                </a:cxn>
                <a:cxn ang="0">
                  <a:pos x="csX140" y="csY140"/>
                </a:cxn>
                <a:cxn ang="0">
                  <a:pos x="csX141" y="csY141"/>
                </a:cxn>
                <a:cxn ang="0">
                  <a:pos x="csX142" y="csY142"/>
                </a:cxn>
                <a:cxn ang="0">
                  <a:pos x="csX143" y="csY143"/>
                </a:cxn>
                <a:cxn ang="0">
                  <a:pos x="csX144" y="csY144"/>
                </a:cxn>
                <a:cxn ang="0">
                  <a:pos x="csX145" y="csY145"/>
                </a:cxn>
                <a:cxn ang="0">
                  <a:pos x="csX146" y="csY146"/>
                </a:cxn>
                <a:cxn ang="0">
                  <a:pos x="csX147" y="csY147"/>
                </a:cxn>
                <a:cxn ang="0">
                  <a:pos x="csX148" y="csY148"/>
                </a:cxn>
                <a:cxn ang="0">
                  <a:pos x="csX149" y="csY149"/>
                </a:cxn>
                <a:cxn ang="0">
                  <a:pos x="csX150" y="csY150"/>
                </a:cxn>
                <a:cxn ang="0">
                  <a:pos x="csX151" y="csY151"/>
                </a:cxn>
                <a:cxn ang="0">
                  <a:pos x="csX152" y="csY152"/>
                </a:cxn>
                <a:cxn ang="0">
                  <a:pos x="csX153" y="csY153"/>
                </a:cxn>
                <a:cxn ang="0">
                  <a:pos x="csX154" y="csY154"/>
                </a:cxn>
                <a:cxn ang="0">
                  <a:pos x="csX155" y="csY155"/>
                </a:cxn>
                <a:cxn ang="0">
                  <a:pos x="csX156" y="csY156"/>
                </a:cxn>
                <a:cxn ang="0">
                  <a:pos x="csX157" y="csY157"/>
                </a:cxn>
                <a:cxn ang="0">
                  <a:pos x="csX158" y="csY158"/>
                </a:cxn>
                <a:cxn ang="0">
                  <a:pos x="csX159" y="csY159"/>
                </a:cxn>
                <a:cxn ang="0">
                  <a:pos x="csX160" y="csY160"/>
                </a:cxn>
                <a:cxn ang="0">
                  <a:pos x="csX161" y="csY161"/>
                </a:cxn>
                <a:cxn ang="0">
                  <a:pos x="csX162" y="csY162"/>
                </a:cxn>
                <a:cxn ang="0">
                  <a:pos x="csX163" y="csY163"/>
                </a:cxn>
                <a:cxn ang="0">
                  <a:pos x="csX164" y="csY164"/>
                </a:cxn>
                <a:cxn ang="0">
                  <a:pos x="csX165" y="csY165"/>
                </a:cxn>
                <a:cxn ang="0">
                  <a:pos x="csX166" y="csY166"/>
                </a:cxn>
                <a:cxn ang="0">
                  <a:pos x="csX167" y="csY167"/>
                </a:cxn>
                <a:cxn ang="0">
                  <a:pos x="csX168" y="csY168"/>
                </a:cxn>
                <a:cxn ang="0">
                  <a:pos x="csX169" y="csY169"/>
                </a:cxn>
                <a:cxn ang="0">
                  <a:pos x="csX170" y="csY170"/>
                </a:cxn>
                <a:cxn ang="0">
                  <a:pos x="csX171" y="csY171"/>
                </a:cxn>
                <a:cxn ang="0">
                  <a:pos x="csX172" y="csY172"/>
                </a:cxn>
                <a:cxn ang="0">
                  <a:pos x="csX173" y="csY173"/>
                </a:cxn>
                <a:cxn ang="0">
                  <a:pos x="csX174" y="csY174"/>
                </a:cxn>
                <a:cxn ang="0">
                  <a:pos x="csX175" y="csY175"/>
                </a:cxn>
                <a:cxn ang="0">
                  <a:pos x="csX176" y="csY176"/>
                </a:cxn>
                <a:cxn ang="0">
                  <a:pos x="csX177" y="csY177"/>
                </a:cxn>
                <a:cxn ang="0">
                  <a:pos x="csX178" y="csY178"/>
                </a:cxn>
                <a:cxn ang="0">
                  <a:pos x="csX179" y="csY179"/>
                </a:cxn>
                <a:cxn ang="0">
                  <a:pos x="csX180" y="csY180"/>
                </a:cxn>
                <a:cxn ang="0">
                  <a:pos x="csX181" y="csY181"/>
                </a:cxn>
                <a:cxn ang="0">
                  <a:pos x="csX182" y="csY182"/>
                </a:cxn>
                <a:cxn ang="0">
                  <a:pos x="csX183" y="csY183"/>
                </a:cxn>
                <a:cxn ang="0">
                  <a:pos x="csX184" y="csY184"/>
                </a:cxn>
                <a:cxn ang="0">
                  <a:pos x="csX185" y="csY185"/>
                </a:cxn>
                <a:cxn ang="0">
                  <a:pos x="csX186" y="csY186"/>
                </a:cxn>
                <a:cxn ang="0">
                  <a:pos x="csX187" y="csY187"/>
                </a:cxn>
                <a:cxn ang="0">
                  <a:pos x="csX188" y="csY188"/>
                </a:cxn>
              </a:cxnLst>
              <a:rect l="l" t="t" r="r" b="b"/>
              <a:pathLst>
                <a:path w="2199565" h="902209">
                  <a:moveTo>
                    <a:pt x="2180473" y="245061"/>
                  </a:moveTo>
                  <a:lnTo>
                    <a:pt x="2199565" y="203937"/>
                  </a:lnTo>
                  <a:lnTo>
                    <a:pt x="2185224" y="193441"/>
                  </a:lnTo>
                  <a:cubicBezTo>
                    <a:pt x="2201194" y="178964"/>
                    <a:pt x="2203004" y="158153"/>
                    <a:pt x="2193186" y="143811"/>
                  </a:cubicBezTo>
                  <a:lnTo>
                    <a:pt x="2179750" y="145078"/>
                  </a:lnTo>
                  <a:cubicBezTo>
                    <a:pt x="2175768" y="145440"/>
                    <a:pt x="2170430" y="137840"/>
                    <a:pt x="2164458" y="131913"/>
                  </a:cubicBezTo>
                  <a:cubicBezTo>
                    <a:pt x="2151519" y="138021"/>
                    <a:pt x="2136499" y="155936"/>
                    <a:pt x="2123334" y="163763"/>
                  </a:cubicBezTo>
                  <a:lnTo>
                    <a:pt x="2080490" y="189188"/>
                  </a:lnTo>
                  <a:cubicBezTo>
                    <a:pt x="2037918" y="214478"/>
                    <a:pt x="2059317" y="237415"/>
                    <a:pt x="2043393" y="231986"/>
                  </a:cubicBezTo>
                  <a:lnTo>
                    <a:pt x="2033892" y="228774"/>
                  </a:lnTo>
                  <a:lnTo>
                    <a:pt x="2027875" y="244383"/>
                  </a:lnTo>
                  <a:cubicBezTo>
                    <a:pt x="2026291" y="248454"/>
                    <a:pt x="2013352" y="243252"/>
                    <a:pt x="2009145" y="241985"/>
                  </a:cubicBezTo>
                  <a:lnTo>
                    <a:pt x="2000459" y="239361"/>
                  </a:lnTo>
                  <a:cubicBezTo>
                    <a:pt x="1998920" y="238908"/>
                    <a:pt x="2000051" y="233615"/>
                    <a:pt x="2000006" y="230177"/>
                  </a:cubicBezTo>
                  <a:cubicBezTo>
                    <a:pt x="1999961" y="227598"/>
                    <a:pt x="2004259" y="229589"/>
                    <a:pt x="2010095" y="230810"/>
                  </a:cubicBezTo>
                  <a:lnTo>
                    <a:pt x="2035837" y="209864"/>
                  </a:lnTo>
                  <a:cubicBezTo>
                    <a:pt x="2037375" y="208597"/>
                    <a:pt x="2040542" y="204299"/>
                    <a:pt x="2041583" y="203077"/>
                  </a:cubicBezTo>
                  <a:cubicBezTo>
                    <a:pt x="2043121" y="201222"/>
                    <a:pt x="2033078" y="196110"/>
                    <a:pt x="2030861" y="196925"/>
                  </a:cubicBezTo>
                  <a:cubicBezTo>
                    <a:pt x="2021089" y="200589"/>
                    <a:pt x="2003399" y="214523"/>
                    <a:pt x="1992270" y="217193"/>
                  </a:cubicBezTo>
                  <a:lnTo>
                    <a:pt x="1937347" y="230358"/>
                  </a:lnTo>
                  <a:lnTo>
                    <a:pt x="1964175" y="248409"/>
                  </a:lnTo>
                  <a:cubicBezTo>
                    <a:pt x="1949200" y="274151"/>
                    <a:pt x="1911967" y="243568"/>
                    <a:pt x="1892785" y="268994"/>
                  </a:cubicBezTo>
                  <a:cubicBezTo>
                    <a:pt x="1889934" y="272794"/>
                    <a:pt x="1891111" y="286638"/>
                    <a:pt x="1887401" y="289398"/>
                  </a:cubicBezTo>
                  <a:cubicBezTo>
                    <a:pt x="1862654" y="307946"/>
                    <a:pt x="1849353" y="281164"/>
                    <a:pt x="1822887" y="303468"/>
                  </a:cubicBezTo>
                  <a:lnTo>
                    <a:pt x="1798004" y="297360"/>
                  </a:lnTo>
                  <a:cubicBezTo>
                    <a:pt x="1777193" y="338710"/>
                    <a:pt x="1768417" y="289036"/>
                    <a:pt x="1689064" y="316226"/>
                  </a:cubicBezTo>
                  <a:cubicBezTo>
                    <a:pt x="1686847" y="316995"/>
                    <a:pt x="1678522" y="313602"/>
                    <a:pt x="1677120" y="315321"/>
                  </a:cubicBezTo>
                  <a:lnTo>
                    <a:pt x="1668479" y="325726"/>
                  </a:lnTo>
                  <a:cubicBezTo>
                    <a:pt x="1641198" y="314959"/>
                    <a:pt x="1600527" y="313104"/>
                    <a:pt x="1573246" y="317040"/>
                  </a:cubicBezTo>
                  <a:cubicBezTo>
                    <a:pt x="1568767" y="316361"/>
                    <a:pt x="1558271" y="304553"/>
                    <a:pt x="1554426" y="306499"/>
                  </a:cubicBezTo>
                  <a:lnTo>
                    <a:pt x="1534746" y="316497"/>
                  </a:lnTo>
                  <a:cubicBezTo>
                    <a:pt x="1516921" y="304553"/>
                    <a:pt x="1492491" y="295279"/>
                    <a:pt x="1472223" y="302472"/>
                  </a:cubicBezTo>
                  <a:cubicBezTo>
                    <a:pt x="1465663" y="293695"/>
                    <a:pt x="1456524" y="285823"/>
                    <a:pt x="1446209" y="283426"/>
                  </a:cubicBezTo>
                  <a:lnTo>
                    <a:pt x="1367625" y="265193"/>
                  </a:lnTo>
                  <a:cubicBezTo>
                    <a:pt x="1299039" y="249269"/>
                    <a:pt x="1341702" y="266777"/>
                    <a:pt x="1279676" y="242844"/>
                  </a:cubicBezTo>
                  <a:cubicBezTo>
                    <a:pt x="1278500" y="242392"/>
                    <a:pt x="1274519" y="237868"/>
                    <a:pt x="1273795" y="236737"/>
                  </a:cubicBezTo>
                  <a:cubicBezTo>
                    <a:pt x="1273116" y="235741"/>
                    <a:pt x="1273976" y="233841"/>
                    <a:pt x="1275152" y="234203"/>
                  </a:cubicBezTo>
                  <a:lnTo>
                    <a:pt x="1285241" y="237551"/>
                  </a:lnTo>
                  <a:cubicBezTo>
                    <a:pt x="1302885" y="243432"/>
                    <a:pt x="1330753" y="246826"/>
                    <a:pt x="1351338" y="253205"/>
                  </a:cubicBezTo>
                  <a:cubicBezTo>
                    <a:pt x="1387395" y="264334"/>
                    <a:pt x="1424131" y="271437"/>
                    <a:pt x="1461500" y="273382"/>
                  </a:cubicBezTo>
                  <a:lnTo>
                    <a:pt x="1497422" y="275282"/>
                  </a:lnTo>
                  <a:lnTo>
                    <a:pt x="1538908" y="278630"/>
                  </a:lnTo>
                  <a:lnTo>
                    <a:pt x="1615909" y="283471"/>
                  </a:lnTo>
                  <a:cubicBezTo>
                    <a:pt x="1622423" y="283878"/>
                    <a:pt x="1633915" y="275056"/>
                    <a:pt x="1635815" y="270894"/>
                  </a:cubicBezTo>
                  <a:lnTo>
                    <a:pt x="1655495" y="277816"/>
                  </a:lnTo>
                  <a:cubicBezTo>
                    <a:pt x="1662733" y="280349"/>
                    <a:pt x="1671646" y="287226"/>
                    <a:pt x="1677753" y="284647"/>
                  </a:cubicBezTo>
                  <a:cubicBezTo>
                    <a:pt x="1687933" y="280349"/>
                    <a:pt x="1692366" y="270306"/>
                    <a:pt x="1695488" y="260986"/>
                  </a:cubicBezTo>
                  <a:lnTo>
                    <a:pt x="1720913" y="257412"/>
                  </a:lnTo>
                  <a:cubicBezTo>
                    <a:pt x="1728695" y="256326"/>
                    <a:pt x="1782396" y="254788"/>
                    <a:pt x="1772624" y="263474"/>
                  </a:cubicBezTo>
                  <a:lnTo>
                    <a:pt x="1782351" y="254879"/>
                  </a:lnTo>
                  <a:lnTo>
                    <a:pt x="1814925" y="245016"/>
                  </a:lnTo>
                  <a:lnTo>
                    <a:pt x="1787825" y="232394"/>
                  </a:lnTo>
                  <a:cubicBezTo>
                    <a:pt x="1777827" y="253340"/>
                    <a:pt x="1656626" y="240085"/>
                    <a:pt x="1654726" y="240220"/>
                  </a:cubicBezTo>
                  <a:lnTo>
                    <a:pt x="1615411" y="243116"/>
                  </a:lnTo>
                  <a:cubicBezTo>
                    <a:pt x="1503801" y="251304"/>
                    <a:pt x="1391241" y="216469"/>
                    <a:pt x="1284245" y="179100"/>
                  </a:cubicBezTo>
                  <a:lnTo>
                    <a:pt x="1190596" y="146390"/>
                  </a:lnTo>
                  <a:lnTo>
                    <a:pt x="998276" y="80519"/>
                  </a:lnTo>
                  <a:cubicBezTo>
                    <a:pt x="878070" y="39485"/>
                    <a:pt x="757276" y="5419"/>
                    <a:pt x="629832" y="804"/>
                  </a:cubicBezTo>
                  <a:cubicBezTo>
                    <a:pt x="503111" y="-3765"/>
                    <a:pt x="426156" y="10350"/>
                    <a:pt x="315903" y="63599"/>
                  </a:cubicBezTo>
                  <a:lnTo>
                    <a:pt x="279982" y="80926"/>
                  </a:lnTo>
                  <a:lnTo>
                    <a:pt x="280841" y="73054"/>
                  </a:lnTo>
                  <a:cubicBezTo>
                    <a:pt x="283872" y="45683"/>
                    <a:pt x="240984" y="107076"/>
                    <a:pt x="229085" y="115128"/>
                  </a:cubicBezTo>
                  <a:cubicBezTo>
                    <a:pt x="203614" y="132275"/>
                    <a:pt x="181853" y="145621"/>
                    <a:pt x="160681" y="166342"/>
                  </a:cubicBezTo>
                  <a:lnTo>
                    <a:pt x="156383" y="170549"/>
                  </a:lnTo>
                  <a:cubicBezTo>
                    <a:pt x="155478" y="171409"/>
                    <a:pt x="152085" y="171001"/>
                    <a:pt x="152220" y="169825"/>
                  </a:cubicBezTo>
                  <a:lnTo>
                    <a:pt x="153125" y="160958"/>
                  </a:lnTo>
                  <a:cubicBezTo>
                    <a:pt x="134441" y="168015"/>
                    <a:pt x="132133" y="191360"/>
                    <a:pt x="122542" y="207059"/>
                  </a:cubicBezTo>
                  <a:cubicBezTo>
                    <a:pt x="105622" y="234701"/>
                    <a:pt x="100691" y="258362"/>
                    <a:pt x="94357" y="290664"/>
                  </a:cubicBezTo>
                  <a:cubicBezTo>
                    <a:pt x="90602" y="309666"/>
                    <a:pt x="71963" y="344185"/>
                    <a:pt x="73727" y="362824"/>
                  </a:cubicBezTo>
                  <a:cubicBezTo>
                    <a:pt x="74044" y="366036"/>
                    <a:pt x="64588" y="373727"/>
                    <a:pt x="66760" y="375130"/>
                  </a:cubicBezTo>
                  <a:lnTo>
                    <a:pt x="78432" y="382821"/>
                  </a:lnTo>
                  <a:cubicBezTo>
                    <a:pt x="61195" y="427836"/>
                    <a:pt x="52056" y="432676"/>
                    <a:pt x="47940" y="486332"/>
                  </a:cubicBezTo>
                  <a:lnTo>
                    <a:pt x="43687" y="541029"/>
                  </a:lnTo>
                  <a:cubicBezTo>
                    <a:pt x="40882" y="577448"/>
                    <a:pt x="40927" y="612917"/>
                    <a:pt x="31427" y="648477"/>
                  </a:cubicBezTo>
                  <a:cubicBezTo>
                    <a:pt x="22424" y="682181"/>
                    <a:pt x="39479" y="677205"/>
                    <a:pt x="32512" y="737240"/>
                  </a:cubicBezTo>
                  <a:cubicBezTo>
                    <a:pt x="29843" y="760268"/>
                    <a:pt x="-24899" y="824239"/>
                    <a:pt x="13782" y="814512"/>
                  </a:cubicBezTo>
                  <a:lnTo>
                    <a:pt x="165" y="858215"/>
                  </a:lnTo>
                  <a:lnTo>
                    <a:pt x="30974" y="829532"/>
                  </a:lnTo>
                  <a:lnTo>
                    <a:pt x="48256" y="841566"/>
                  </a:lnTo>
                  <a:cubicBezTo>
                    <a:pt x="43687" y="857717"/>
                    <a:pt x="38801" y="884048"/>
                    <a:pt x="38213" y="898072"/>
                  </a:cubicBezTo>
                  <a:cubicBezTo>
                    <a:pt x="41606" y="896806"/>
                    <a:pt x="50428" y="890789"/>
                    <a:pt x="52871" y="886717"/>
                  </a:cubicBezTo>
                  <a:cubicBezTo>
                    <a:pt x="101098" y="806233"/>
                    <a:pt x="158419" y="734933"/>
                    <a:pt x="229990" y="673902"/>
                  </a:cubicBezTo>
                  <a:cubicBezTo>
                    <a:pt x="238541" y="702721"/>
                    <a:pt x="215513" y="717424"/>
                    <a:pt x="200086" y="734706"/>
                  </a:cubicBezTo>
                  <a:cubicBezTo>
                    <a:pt x="187554" y="748776"/>
                    <a:pt x="174886" y="764294"/>
                    <a:pt x="163124" y="779450"/>
                  </a:cubicBezTo>
                  <a:cubicBezTo>
                    <a:pt x="155568" y="789222"/>
                    <a:pt x="152673" y="795420"/>
                    <a:pt x="140367" y="798406"/>
                  </a:cubicBezTo>
                  <a:lnTo>
                    <a:pt x="135798" y="818765"/>
                  </a:lnTo>
                  <a:cubicBezTo>
                    <a:pt x="134667" y="823922"/>
                    <a:pt x="121004" y="829849"/>
                    <a:pt x="116797" y="832382"/>
                  </a:cubicBezTo>
                  <a:cubicBezTo>
                    <a:pt x="110553" y="847448"/>
                    <a:pt x="102184" y="863101"/>
                    <a:pt x="91688" y="879297"/>
                  </a:cubicBezTo>
                  <a:cubicBezTo>
                    <a:pt x="118244" y="873280"/>
                    <a:pt x="121366" y="843059"/>
                    <a:pt x="136748" y="827044"/>
                  </a:cubicBezTo>
                  <a:lnTo>
                    <a:pt x="194657" y="766783"/>
                  </a:lnTo>
                  <a:cubicBezTo>
                    <a:pt x="217187" y="772709"/>
                    <a:pt x="215377" y="754432"/>
                    <a:pt x="224742" y="745836"/>
                  </a:cubicBezTo>
                  <a:cubicBezTo>
                    <a:pt x="266138" y="707743"/>
                    <a:pt x="319432" y="687113"/>
                    <a:pt x="371233" y="665261"/>
                  </a:cubicBezTo>
                  <a:cubicBezTo>
                    <a:pt x="379060" y="661959"/>
                    <a:pt x="387384" y="654946"/>
                    <a:pt x="392089" y="650286"/>
                  </a:cubicBezTo>
                  <a:lnTo>
                    <a:pt x="400323" y="658158"/>
                  </a:lnTo>
                  <a:cubicBezTo>
                    <a:pt x="402133" y="659878"/>
                    <a:pt x="406340" y="650422"/>
                    <a:pt x="408014" y="647979"/>
                  </a:cubicBezTo>
                  <a:cubicBezTo>
                    <a:pt x="421270" y="628661"/>
                    <a:pt x="449319" y="630878"/>
                    <a:pt x="469678" y="627123"/>
                  </a:cubicBezTo>
                  <a:cubicBezTo>
                    <a:pt x="485105" y="624273"/>
                    <a:pt x="499492" y="620382"/>
                    <a:pt x="516141" y="621151"/>
                  </a:cubicBezTo>
                  <a:cubicBezTo>
                    <a:pt x="547719" y="622599"/>
                    <a:pt x="579931" y="616084"/>
                    <a:pt x="611011" y="618708"/>
                  </a:cubicBezTo>
                  <a:lnTo>
                    <a:pt x="719590" y="627847"/>
                  </a:lnTo>
                  <a:cubicBezTo>
                    <a:pt x="711447" y="627168"/>
                    <a:pt x="852102" y="661461"/>
                    <a:pt x="860697" y="663949"/>
                  </a:cubicBezTo>
                  <a:cubicBezTo>
                    <a:pt x="893452" y="673495"/>
                    <a:pt x="926342" y="681639"/>
                    <a:pt x="955749" y="696885"/>
                  </a:cubicBezTo>
                  <a:cubicBezTo>
                    <a:pt x="986287" y="712719"/>
                    <a:pt x="1043924" y="735611"/>
                    <a:pt x="1076815" y="744026"/>
                  </a:cubicBezTo>
                  <a:lnTo>
                    <a:pt x="1124408" y="756196"/>
                  </a:lnTo>
                  <a:cubicBezTo>
                    <a:pt x="1165487" y="766692"/>
                    <a:pt x="1195075" y="790715"/>
                    <a:pt x="1228554" y="810124"/>
                  </a:cubicBezTo>
                  <a:cubicBezTo>
                    <a:pt x="1254341" y="825053"/>
                    <a:pt x="1285105" y="833242"/>
                    <a:pt x="1313697" y="846452"/>
                  </a:cubicBezTo>
                  <a:cubicBezTo>
                    <a:pt x="1386491" y="880112"/>
                    <a:pt x="1464577" y="891965"/>
                    <a:pt x="1545423" y="899701"/>
                  </a:cubicBezTo>
                  <a:cubicBezTo>
                    <a:pt x="1645587" y="909292"/>
                    <a:pt x="1744213" y="891015"/>
                    <a:pt x="1837455" y="851203"/>
                  </a:cubicBezTo>
                  <a:cubicBezTo>
                    <a:pt x="1866545" y="838806"/>
                    <a:pt x="1894278" y="821570"/>
                    <a:pt x="1920879" y="804378"/>
                  </a:cubicBezTo>
                  <a:cubicBezTo>
                    <a:pt x="1969785" y="772845"/>
                    <a:pt x="2002314" y="726020"/>
                    <a:pt x="2038190" y="681729"/>
                  </a:cubicBezTo>
                  <a:cubicBezTo>
                    <a:pt x="2050496" y="666573"/>
                    <a:pt x="2068004" y="653137"/>
                    <a:pt x="2078274" y="637166"/>
                  </a:cubicBezTo>
                  <a:cubicBezTo>
                    <a:pt x="2085467" y="625992"/>
                    <a:pt x="2091891" y="618029"/>
                    <a:pt x="2099627" y="608167"/>
                  </a:cubicBezTo>
                  <a:lnTo>
                    <a:pt x="2153148" y="539717"/>
                  </a:lnTo>
                  <a:lnTo>
                    <a:pt x="2170430" y="504519"/>
                  </a:lnTo>
                  <a:lnTo>
                    <a:pt x="2170701" y="462490"/>
                  </a:lnTo>
                  <a:cubicBezTo>
                    <a:pt x="2170747" y="453940"/>
                    <a:pt x="2162648" y="441227"/>
                    <a:pt x="2161698" y="426343"/>
                  </a:cubicBezTo>
                  <a:cubicBezTo>
                    <a:pt x="2150705" y="442087"/>
                    <a:pt x="2136499" y="457650"/>
                    <a:pt x="2112838" y="461631"/>
                  </a:cubicBezTo>
                  <a:lnTo>
                    <a:pt x="2153962" y="394583"/>
                  </a:lnTo>
                  <a:cubicBezTo>
                    <a:pt x="2159482" y="385580"/>
                    <a:pt x="2163418" y="366443"/>
                    <a:pt x="2167218" y="356174"/>
                  </a:cubicBezTo>
                  <a:lnTo>
                    <a:pt x="2159346" y="348618"/>
                  </a:lnTo>
                  <a:cubicBezTo>
                    <a:pt x="2152695" y="342239"/>
                    <a:pt x="2191829" y="277635"/>
                    <a:pt x="2194272" y="261710"/>
                  </a:cubicBezTo>
                  <a:cubicBezTo>
                    <a:pt x="2195041" y="256552"/>
                    <a:pt x="2184817" y="249359"/>
                    <a:pt x="2180473" y="244971"/>
                  </a:cubicBezTo>
                  <a:close/>
                  <a:moveTo>
                    <a:pt x="356439" y="616853"/>
                  </a:moveTo>
                  <a:lnTo>
                    <a:pt x="337212" y="622508"/>
                  </a:lnTo>
                  <a:cubicBezTo>
                    <a:pt x="332914" y="623775"/>
                    <a:pt x="323730" y="611470"/>
                    <a:pt x="325901" y="607579"/>
                  </a:cubicBezTo>
                  <a:cubicBezTo>
                    <a:pt x="329656" y="600793"/>
                    <a:pt x="344586" y="590342"/>
                    <a:pt x="351734" y="590794"/>
                  </a:cubicBezTo>
                  <a:cubicBezTo>
                    <a:pt x="358520" y="591247"/>
                    <a:pt x="368473" y="596495"/>
                    <a:pt x="368292" y="601019"/>
                  </a:cubicBezTo>
                  <a:cubicBezTo>
                    <a:pt x="368111" y="605588"/>
                    <a:pt x="360828" y="615541"/>
                    <a:pt x="356439" y="616808"/>
                  </a:cubicBezTo>
                  <a:close/>
                  <a:moveTo>
                    <a:pt x="1637579" y="840933"/>
                  </a:moveTo>
                  <a:cubicBezTo>
                    <a:pt x="1623554" y="854188"/>
                    <a:pt x="1618442" y="843557"/>
                    <a:pt x="1615773" y="850931"/>
                  </a:cubicBezTo>
                  <a:lnTo>
                    <a:pt x="1610434" y="865454"/>
                  </a:lnTo>
                  <a:lnTo>
                    <a:pt x="1603558" y="841204"/>
                  </a:lnTo>
                  <a:cubicBezTo>
                    <a:pt x="1590709" y="840933"/>
                    <a:pt x="1574468" y="841340"/>
                    <a:pt x="1561800" y="839756"/>
                  </a:cubicBezTo>
                  <a:lnTo>
                    <a:pt x="1453855" y="825958"/>
                  </a:lnTo>
                  <a:lnTo>
                    <a:pt x="1407030" y="810802"/>
                  </a:lnTo>
                  <a:lnTo>
                    <a:pt x="1415038" y="836952"/>
                  </a:lnTo>
                  <a:lnTo>
                    <a:pt x="1375135" y="821751"/>
                  </a:lnTo>
                  <a:cubicBezTo>
                    <a:pt x="1369254" y="807952"/>
                    <a:pt x="1357762" y="798949"/>
                    <a:pt x="1343014" y="805464"/>
                  </a:cubicBezTo>
                  <a:cubicBezTo>
                    <a:pt x="1338942" y="807273"/>
                    <a:pt x="1327541" y="808088"/>
                    <a:pt x="1326998" y="804242"/>
                  </a:cubicBezTo>
                  <a:lnTo>
                    <a:pt x="1324691" y="788408"/>
                  </a:lnTo>
                  <a:lnTo>
                    <a:pt x="1300668" y="801211"/>
                  </a:lnTo>
                  <a:cubicBezTo>
                    <a:pt x="1294787" y="804333"/>
                    <a:pt x="1275559" y="797999"/>
                    <a:pt x="1278228" y="791665"/>
                  </a:cubicBezTo>
                  <a:cubicBezTo>
                    <a:pt x="1279902" y="787729"/>
                    <a:pt x="1286372" y="779179"/>
                    <a:pt x="1283341" y="778500"/>
                  </a:cubicBezTo>
                  <a:cubicBezTo>
                    <a:pt x="1244705" y="769904"/>
                    <a:pt x="1247374" y="780943"/>
                    <a:pt x="1200142" y="766194"/>
                  </a:cubicBezTo>
                  <a:lnTo>
                    <a:pt x="1214303" y="749455"/>
                  </a:lnTo>
                  <a:lnTo>
                    <a:pt x="1165759" y="756422"/>
                  </a:lnTo>
                  <a:cubicBezTo>
                    <a:pt x="1162999" y="745791"/>
                    <a:pt x="1154222" y="728328"/>
                    <a:pt x="1145672" y="730182"/>
                  </a:cubicBezTo>
                  <a:cubicBezTo>
                    <a:pt x="1119115" y="736019"/>
                    <a:pt x="1099345" y="713488"/>
                    <a:pt x="1079393" y="708014"/>
                  </a:cubicBezTo>
                  <a:cubicBezTo>
                    <a:pt x="1055416" y="701454"/>
                    <a:pt x="1034152" y="697066"/>
                    <a:pt x="1011124" y="688108"/>
                  </a:cubicBezTo>
                  <a:cubicBezTo>
                    <a:pt x="981718" y="676617"/>
                    <a:pt x="954121" y="675441"/>
                    <a:pt x="939236" y="657751"/>
                  </a:cubicBezTo>
                  <a:cubicBezTo>
                    <a:pt x="926614" y="665623"/>
                    <a:pt x="903541" y="672907"/>
                    <a:pt x="894266" y="654222"/>
                  </a:cubicBezTo>
                  <a:cubicBezTo>
                    <a:pt x="868388" y="601924"/>
                    <a:pt x="840113" y="668700"/>
                    <a:pt x="803558" y="617215"/>
                  </a:cubicBezTo>
                  <a:cubicBezTo>
                    <a:pt x="798446" y="623368"/>
                    <a:pt x="790212" y="633050"/>
                    <a:pt x="785416" y="630968"/>
                  </a:cubicBezTo>
                  <a:cubicBezTo>
                    <a:pt x="780621" y="628887"/>
                    <a:pt x="770396" y="622463"/>
                    <a:pt x="765510" y="619522"/>
                  </a:cubicBezTo>
                  <a:cubicBezTo>
                    <a:pt x="748997" y="618075"/>
                    <a:pt x="699820" y="621061"/>
                    <a:pt x="693531" y="592197"/>
                  </a:cubicBezTo>
                  <a:cubicBezTo>
                    <a:pt x="662948" y="580479"/>
                    <a:pt x="656343" y="610112"/>
                    <a:pt x="617028" y="610927"/>
                  </a:cubicBezTo>
                  <a:lnTo>
                    <a:pt x="604542" y="583782"/>
                  </a:lnTo>
                  <a:lnTo>
                    <a:pt x="599520" y="602602"/>
                  </a:lnTo>
                  <a:lnTo>
                    <a:pt x="570792" y="608122"/>
                  </a:lnTo>
                  <a:cubicBezTo>
                    <a:pt x="500849" y="600566"/>
                    <a:pt x="521343" y="579167"/>
                    <a:pt x="486915" y="587220"/>
                  </a:cubicBezTo>
                  <a:cubicBezTo>
                    <a:pt x="486372" y="593328"/>
                    <a:pt x="487051" y="600838"/>
                    <a:pt x="483160" y="601290"/>
                  </a:cubicBezTo>
                  <a:lnTo>
                    <a:pt x="465878" y="603417"/>
                  </a:lnTo>
                  <a:cubicBezTo>
                    <a:pt x="464475" y="603598"/>
                    <a:pt x="458458" y="601697"/>
                    <a:pt x="457010" y="601335"/>
                  </a:cubicBezTo>
                  <a:cubicBezTo>
                    <a:pt x="455563" y="600974"/>
                    <a:pt x="458684" y="595680"/>
                    <a:pt x="460132" y="595409"/>
                  </a:cubicBezTo>
                  <a:lnTo>
                    <a:pt x="465697" y="594278"/>
                  </a:lnTo>
                  <a:lnTo>
                    <a:pt x="465697" y="585592"/>
                  </a:lnTo>
                  <a:cubicBezTo>
                    <a:pt x="463932" y="585592"/>
                    <a:pt x="456694" y="581972"/>
                    <a:pt x="456875" y="581927"/>
                  </a:cubicBezTo>
                  <a:lnTo>
                    <a:pt x="438642" y="575593"/>
                  </a:lnTo>
                  <a:lnTo>
                    <a:pt x="449636" y="569214"/>
                  </a:lnTo>
                  <a:cubicBezTo>
                    <a:pt x="456920" y="565007"/>
                    <a:pt x="423441" y="557542"/>
                    <a:pt x="507364" y="549353"/>
                  </a:cubicBezTo>
                  <a:cubicBezTo>
                    <a:pt x="625217" y="533926"/>
                    <a:pt x="760895" y="562157"/>
                    <a:pt x="873229" y="598892"/>
                  </a:cubicBezTo>
                  <a:cubicBezTo>
                    <a:pt x="957876" y="626580"/>
                    <a:pt x="1036640" y="660240"/>
                    <a:pt x="1119658" y="691818"/>
                  </a:cubicBezTo>
                  <a:lnTo>
                    <a:pt x="1330482" y="771985"/>
                  </a:lnTo>
                  <a:cubicBezTo>
                    <a:pt x="1424222" y="807635"/>
                    <a:pt x="1527191" y="830120"/>
                    <a:pt x="1627219" y="834644"/>
                  </a:cubicBezTo>
                  <a:cubicBezTo>
                    <a:pt x="1630205" y="834780"/>
                    <a:pt x="1639298" y="839349"/>
                    <a:pt x="1637489" y="841023"/>
                  </a:cubicBezTo>
                  <a:close/>
                  <a:moveTo>
                    <a:pt x="1760907" y="833197"/>
                  </a:moveTo>
                  <a:cubicBezTo>
                    <a:pt x="1759052" y="836454"/>
                    <a:pt x="1751225" y="843557"/>
                    <a:pt x="1747289" y="844235"/>
                  </a:cubicBezTo>
                  <a:lnTo>
                    <a:pt x="1702862" y="851972"/>
                  </a:lnTo>
                  <a:cubicBezTo>
                    <a:pt x="1701731" y="852153"/>
                    <a:pt x="1694673" y="856043"/>
                    <a:pt x="1694493" y="856224"/>
                  </a:cubicBezTo>
                  <a:cubicBezTo>
                    <a:pt x="1694312" y="856405"/>
                    <a:pt x="1690873" y="853238"/>
                    <a:pt x="1691507" y="852334"/>
                  </a:cubicBezTo>
                  <a:lnTo>
                    <a:pt x="1696031" y="845547"/>
                  </a:lnTo>
                  <a:lnTo>
                    <a:pt x="1675898" y="832835"/>
                  </a:lnTo>
                  <a:cubicBezTo>
                    <a:pt x="1701052" y="832020"/>
                    <a:pt x="1733219" y="827134"/>
                    <a:pt x="1754030" y="821117"/>
                  </a:cubicBezTo>
                  <a:cubicBezTo>
                    <a:pt x="1757604" y="820303"/>
                    <a:pt x="1762807" y="829894"/>
                    <a:pt x="1760952" y="833151"/>
                  </a:cubicBezTo>
                  <a:close/>
                  <a:moveTo>
                    <a:pt x="1846412" y="808585"/>
                  </a:moveTo>
                  <a:cubicBezTo>
                    <a:pt x="1833700" y="826048"/>
                    <a:pt x="1825421" y="814150"/>
                    <a:pt x="1801171" y="826908"/>
                  </a:cubicBezTo>
                  <a:cubicBezTo>
                    <a:pt x="1788640" y="833513"/>
                    <a:pt x="1773529" y="839259"/>
                    <a:pt x="1767105" y="819850"/>
                  </a:cubicBezTo>
                  <a:lnTo>
                    <a:pt x="1826823" y="800940"/>
                  </a:lnTo>
                  <a:cubicBezTo>
                    <a:pt x="1829402" y="800125"/>
                    <a:pt x="1836188" y="798542"/>
                    <a:pt x="1838993" y="797908"/>
                  </a:cubicBezTo>
                  <a:cubicBezTo>
                    <a:pt x="1842295" y="797185"/>
                    <a:pt x="1848403" y="805826"/>
                    <a:pt x="1846412" y="808585"/>
                  </a:cubicBezTo>
                  <a:close/>
                </a:path>
              </a:pathLst>
            </a:custGeom>
            <a:solidFill>
              <a:srgbClr val="2E57B3"/>
            </a:solidFill>
            <a:ln w="4519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38" name="Graphic 34">
              <a:extLst>
                <a:ext uri="{FF2B5EF4-FFF2-40B4-BE49-F238E27FC236}">
                  <a16:creationId xmlns:a16="http://schemas.microsoft.com/office/drawing/2014/main" id="{E29FBDB8-55A3-645C-B733-F4097B345E14}"/>
                </a:ext>
              </a:extLst>
            </p:cNvPr>
            <p:cNvGrpSpPr/>
            <p:nvPr/>
          </p:nvGrpSpPr>
          <p:grpSpPr>
            <a:xfrm>
              <a:off x="7406141" y="3073727"/>
              <a:ext cx="2196676" cy="1184910"/>
              <a:chOff x="7406141" y="3073727"/>
              <a:chExt cx="2196676" cy="1184910"/>
            </a:xfrm>
            <a:solidFill>
              <a:srgbClr val="F4D82F"/>
            </a:solidFill>
          </p:grpSpPr>
          <p:sp>
            <p:nvSpPr>
              <p:cNvPr id="39" name="Freeform: Shape 38">
                <a:extLst>
                  <a:ext uri="{FF2B5EF4-FFF2-40B4-BE49-F238E27FC236}">
                    <a16:creationId xmlns:a16="http://schemas.microsoft.com/office/drawing/2014/main" id="{6626F207-5BFD-4FF5-0B10-7AF7588977FB}"/>
                  </a:ext>
                </a:extLst>
              </p:cNvPr>
              <p:cNvSpPr/>
              <p:nvPr/>
            </p:nvSpPr>
            <p:spPr>
              <a:xfrm>
                <a:off x="7406141" y="3227320"/>
                <a:ext cx="2196676" cy="1031316"/>
              </a:xfrm>
              <a:custGeom>
                <a:avLst/>
                <a:gdLst>
                  <a:gd name="csX0" fmla="*/ 2155020 w 2196676"/>
                  <a:gd name="csY0" fmla="*/ 546016 h 1031316"/>
                  <a:gd name="csX1" fmla="*/ 2133304 w 2196676"/>
                  <a:gd name="csY1" fmla="*/ 547599 h 1031316"/>
                  <a:gd name="csX2" fmla="*/ 2136018 w 2196676"/>
                  <a:gd name="csY2" fmla="*/ 522807 h 1031316"/>
                  <a:gd name="csX3" fmla="*/ 2110005 w 2196676"/>
                  <a:gd name="csY3" fmla="*/ 547328 h 1031316"/>
                  <a:gd name="csX4" fmla="*/ 2009388 w 2196676"/>
                  <a:gd name="csY4" fmla="*/ 647990 h 1031316"/>
                  <a:gd name="csX5" fmla="*/ 2006900 w 2196676"/>
                  <a:gd name="csY5" fmla="*/ 668981 h 1031316"/>
                  <a:gd name="csX6" fmla="*/ 1982153 w 2196676"/>
                  <a:gd name="csY6" fmla="*/ 670927 h 1031316"/>
                  <a:gd name="csX7" fmla="*/ 1911939 w 2196676"/>
                  <a:gd name="csY7" fmla="*/ 720013 h 1031316"/>
                  <a:gd name="csX8" fmla="*/ 1916689 w 2196676"/>
                  <a:gd name="csY8" fmla="*/ 688933 h 1031316"/>
                  <a:gd name="csX9" fmla="*/ 1955325 w 2196676"/>
                  <a:gd name="csY9" fmla="*/ 664774 h 1031316"/>
                  <a:gd name="csX10" fmla="*/ 2007036 w 2196676"/>
                  <a:gd name="csY10" fmla="*/ 601210 h 1031316"/>
                  <a:gd name="csX11" fmla="*/ 2053951 w 2196676"/>
                  <a:gd name="csY11" fmla="*/ 544930 h 1031316"/>
                  <a:gd name="csX12" fmla="*/ 2121315 w 2196676"/>
                  <a:gd name="csY12" fmla="*/ 481004 h 1031316"/>
                  <a:gd name="csX13" fmla="*/ 2165742 w 2196676"/>
                  <a:gd name="csY13" fmla="*/ 432687 h 1031316"/>
                  <a:gd name="csX14" fmla="*/ 2196551 w 2196676"/>
                  <a:gd name="csY14" fmla="*/ 343923 h 1031316"/>
                  <a:gd name="csX15" fmla="*/ 2170537 w 2196676"/>
                  <a:gd name="csY15" fmla="*/ 336911 h 1031316"/>
                  <a:gd name="csX16" fmla="*/ 2159906 w 2196676"/>
                  <a:gd name="csY16" fmla="*/ 346412 h 1031316"/>
                  <a:gd name="csX17" fmla="*/ 2147871 w 2196676"/>
                  <a:gd name="csY17" fmla="*/ 339309 h 1031316"/>
                  <a:gd name="csX18" fmla="*/ 2149455 w 2196676"/>
                  <a:gd name="csY18" fmla="*/ 301487 h 1031316"/>
                  <a:gd name="csX19" fmla="*/ 2133394 w 2196676"/>
                  <a:gd name="csY19" fmla="*/ 279002 h 1031316"/>
                  <a:gd name="csX20" fmla="*/ 2157191 w 2196676"/>
                  <a:gd name="csY20" fmla="*/ 208109 h 1031316"/>
                  <a:gd name="csX21" fmla="*/ 2121134 w 2196676"/>
                  <a:gd name="csY21" fmla="*/ 239643 h 1031316"/>
                  <a:gd name="csX22" fmla="*/ 2139818 w 2196676"/>
                  <a:gd name="csY22" fmla="*/ 179291 h 1031316"/>
                  <a:gd name="csX23" fmla="*/ 2156015 w 2196676"/>
                  <a:gd name="csY23" fmla="*/ 124639 h 1031316"/>
                  <a:gd name="csX24" fmla="*/ 2145247 w 2196676"/>
                  <a:gd name="csY24" fmla="*/ 102109 h 1031316"/>
                  <a:gd name="csX25" fmla="*/ 2157508 w 2196676"/>
                  <a:gd name="csY25" fmla="*/ 79398 h 1031316"/>
                  <a:gd name="csX26" fmla="*/ 2177142 w 2196676"/>
                  <a:gd name="csY26" fmla="*/ 28638 h 1031316"/>
                  <a:gd name="csX27" fmla="*/ 2152531 w 2196676"/>
                  <a:gd name="csY27" fmla="*/ 16920 h 1031316"/>
                  <a:gd name="csX28" fmla="*/ 2149545 w 2196676"/>
                  <a:gd name="csY28" fmla="*/ 3167 h 1031316"/>
                  <a:gd name="csX29" fmla="*/ 2136833 w 2196676"/>
                  <a:gd name="csY29" fmla="*/ 0 h 1031316"/>
                  <a:gd name="csX30" fmla="*/ 2083312 w 2196676"/>
                  <a:gd name="csY30" fmla="*/ 68450 h 1031316"/>
                  <a:gd name="csX31" fmla="*/ 2061958 w 2196676"/>
                  <a:gd name="csY31" fmla="*/ 97450 h 1031316"/>
                  <a:gd name="csX32" fmla="*/ 2021875 w 2196676"/>
                  <a:gd name="csY32" fmla="*/ 142012 h 1031316"/>
                  <a:gd name="csX33" fmla="*/ 1904564 w 2196676"/>
                  <a:gd name="csY33" fmla="*/ 264661 h 1031316"/>
                  <a:gd name="csX34" fmla="*/ 1821139 w 2196676"/>
                  <a:gd name="csY34" fmla="*/ 311486 h 1031316"/>
                  <a:gd name="csX35" fmla="*/ 1529108 w 2196676"/>
                  <a:gd name="csY35" fmla="*/ 359984 h 1031316"/>
                  <a:gd name="csX36" fmla="*/ 1297382 w 2196676"/>
                  <a:gd name="csY36" fmla="*/ 306735 h 1031316"/>
                  <a:gd name="csX37" fmla="*/ 1212238 w 2196676"/>
                  <a:gd name="csY37" fmla="*/ 270407 h 1031316"/>
                  <a:gd name="csX38" fmla="*/ 1108093 w 2196676"/>
                  <a:gd name="csY38" fmla="*/ 216479 h 1031316"/>
                  <a:gd name="csX39" fmla="*/ 1060499 w 2196676"/>
                  <a:gd name="csY39" fmla="*/ 204309 h 1031316"/>
                  <a:gd name="csX40" fmla="*/ 939434 w 2196676"/>
                  <a:gd name="csY40" fmla="*/ 157168 h 1031316"/>
                  <a:gd name="csX41" fmla="*/ 844382 w 2196676"/>
                  <a:gd name="csY41" fmla="*/ 124232 h 1031316"/>
                  <a:gd name="csX42" fmla="*/ 703275 w 2196676"/>
                  <a:gd name="csY42" fmla="*/ 88130 h 1031316"/>
                  <a:gd name="csX43" fmla="*/ 594696 w 2196676"/>
                  <a:gd name="csY43" fmla="*/ 78991 h 1031316"/>
                  <a:gd name="csX44" fmla="*/ 499825 w 2196676"/>
                  <a:gd name="csY44" fmla="*/ 81434 h 1031316"/>
                  <a:gd name="csX45" fmla="*/ 453363 w 2196676"/>
                  <a:gd name="csY45" fmla="*/ 87406 h 1031316"/>
                  <a:gd name="csX46" fmla="*/ 391699 w 2196676"/>
                  <a:gd name="csY46" fmla="*/ 108262 h 1031316"/>
                  <a:gd name="csX47" fmla="*/ 384008 w 2196676"/>
                  <a:gd name="csY47" fmla="*/ 118441 h 1031316"/>
                  <a:gd name="csX48" fmla="*/ 375774 w 2196676"/>
                  <a:gd name="csY48" fmla="*/ 110569 h 1031316"/>
                  <a:gd name="csX49" fmla="*/ 354918 w 2196676"/>
                  <a:gd name="csY49" fmla="*/ 125544 h 1031316"/>
                  <a:gd name="csX50" fmla="*/ 208427 w 2196676"/>
                  <a:gd name="csY50" fmla="*/ 206119 h 1031316"/>
                  <a:gd name="csX51" fmla="*/ 178342 w 2196676"/>
                  <a:gd name="csY51" fmla="*/ 227066 h 1031316"/>
                  <a:gd name="csX52" fmla="*/ 120433 w 2196676"/>
                  <a:gd name="csY52" fmla="*/ 287327 h 1031316"/>
                  <a:gd name="csX53" fmla="*/ 75373 w 2196676"/>
                  <a:gd name="csY53" fmla="*/ 339580 h 1031316"/>
                  <a:gd name="csX54" fmla="*/ 100481 w 2196676"/>
                  <a:gd name="csY54" fmla="*/ 292665 h 1031316"/>
                  <a:gd name="csX55" fmla="*/ 119483 w 2196676"/>
                  <a:gd name="csY55" fmla="*/ 279048 h 1031316"/>
                  <a:gd name="csX56" fmla="*/ 124052 w 2196676"/>
                  <a:gd name="csY56" fmla="*/ 258689 h 1031316"/>
                  <a:gd name="csX57" fmla="*/ 146808 w 2196676"/>
                  <a:gd name="csY57" fmla="*/ 239733 h 1031316"/>
                  <a:gd name="csX58" fmla="*/ 183770 w 2196676"/>
                  <a:gd name="csY58" fmla="*/ 194990 h 1031316"/>
                  <a:gd name="csX59" fmla="*/ 213675 w 2196676"/>
                  <a:gd name="csY59" fmla="*/ 134185 h 1031316"/>
                  <a:gd name="csX60" fmla="*/ 36556 w 2196676"/>
                  <a:gd name="csY60" fmla="*/ 347000 h 1031316"/>
                  <a:gd name="csX61" fmla="*/ 21897 w 2196676"/>
                  <a:gd name="csY61" fmla="*/ 358355 h 1031316"/>
                  <a:gd name="csX62" fmla="*/ 1856 w 2196676"/>
                  <a:gd name="csY62" fmla="*/ 446983 h 1031316"/>
                  <a:gd name="csX63" fmla="*/ 41668 w 2196676"/>
                  <a:gd name="csY63" fmla="*/ 445490 h 1031316"/>
                  <a:gd name="csX64" fmla="*/ 24205 w 2196676"/>
                  <a:gd name="csY64" fmla="*/ 479918 h 1031316"/>
                  <a:gd name="csX65" fmla="*/ 37641 w 2196676"/>
                  <a:gd name="csY65" fmla="*/ 505525 h 1031316"/>
                  <a:gd name="csX66" fmla="*/ 54743 w 2196676"/>
                  <a:gd name="csY66" fmla="*/ 498558 h 1031316"/>
                  <a:gd name="csX67" fmla="*/ 63610 w 2196676"/>
                  <a:gd name="csY67" fmla="*/ 520138 h 1031316"/>
                  <a:gd name="csX68" fmla="*/ 101477 w 2196676"/>
                  <a:gd name="csY68" fmla="*/ 510547 h 1031316"/>
                  <a:gd name="csX69" fmla="*/ 96772 w 2196676"/>
                  <a:gd name="csY69" fmla="*/ 537330 h 1031316"/>
                  <a:gd name="csX70" fmla="*/ 118533 w 2196676"/>
                  <a:gd name="csY70" fmla="*/ 552350 h 1031316"/>
                  <a:gd name="csX71" fmla="*/ 185806 w 2196676"/>
                  <a:gd name="csY71" fmla="*/ 552350 h 1031316"/>
                  <a:gd name="csX72" fmla="*/ 188023 w 2196676"/>
                  <a:gd name="csY72" fmla="*/ 586145 h 1031316"/>
                  <a:gd name="csX73" fmla="*/ 228062 w 2196676"/>
                  <a:gd name="csY73" fmla="*/ 590805 h 1031316"/>
                  <a:gd name="csX74" fmla="*/ 204672 w 2196676"/>
                  <a:gd name="csY74" fmla="*/ 627179 h 1031316"/>
                  <a:gd name="csX75" fmla="*/ 204672 w 2196676"/>
                  <a:gd name="csY75" fmla="*/ 643239 h 1031316"/>
                  <a:gd name="csX76" fmla="*/ 219059 w 2196676"/>
                  <a:gd name="csY76" fmla="*/ 645908 h 1031316"/>
                  <a:gd name="csX77" fmla="*/ 210146 w 2196676"/>
                  <a:gd name="csY77" fmla="*/ 668257 h 1031316"/>
                  <a:gd name="csX78" fmla="*/ 270226 w 2196676"/>
                  <a:gd name="csY78" fmla="*/ 691285 h 1031316"/>
                  <a:gd name="csX79" fmla="*/ 228062 w 2196676"/>
                  <a:gd name="csY79" fmla="*/ 708115 h 1031316"/>
                  <a:gd name="csX80" fmla="*/ 218289 w 2196676"/>
                  <a:gd name="csY80" fmla="*/ 751909 h 1031316"/>
                  <a:gd name="csX81" fmla="*/ 352430 w 2196676"/>
                  <a:gd name="csY81" fmla="*/ 744398 h 1031316"/>
                  <a:gd name="csX82" fmla="*/ 401516 w 2196676"/>
                  <a:gd name="csY82" fmla="*/ 734988 h 1031316"/>
                  <a:gd name="csX83" fmla="*/ 608540 w 2196676"/>
                  <a:gd name="csY83" fmla="*/ 723633 h 1031316"/>
                  <a:gd name="csX84" fmla="*/ 882702 w 2196676"/>
                  <a:gd name="csY84" fmla="*/ 801267 h 1031316"/>
                  <a:gd name="csX85" fmla="*/ 943506 w 2196676"/>
                  <a:gd name="csY85" fmla="*/ 825335 h 1031316"/>
                  <a:gd name="csX86" fmla="*/ 1048239 w 2196676"/>
                  <a:gd name="csY86" fmla="*/ 856008 h 1031316"/>
                  <a:gd name="csX87" fmla="*/ 1147815 w 2196676"/>
                  <a:gd name="csY87" fmla="*/ 882158 h 1031316"/>
                  <a:gd name="csX88" fmla="*/ 1352034 w 2196676"/>
                  <a:gd name="csY88" fmla="*/ 967030 h 1031316"/>
                  <a:gd name="csX89" fmla="*/ 1400577 w 2196676"/>
                  <a:gd name="csY89" fmla="*/ 982322 h 1031316"/>
                  <a:gd name="csX90" fmla="*/ 1446995 w 2196676"/>
                  <a:gd name="csY90" fmla="*/ 998835 h 1031316"/>
                  <a:gd name="csX91" fmla="*/ 1494046 w 2196676"/>
                  <a:gd name="csY91" fmla="*/ 1010145 h 1031316"/>
                  <a:gd name="csX92" fmla="*/ 1588238 w 2196676"/>
                  <a:gd name="csY92" fmla="*/ 1025165 h 1031316"/>
                  <a:gd name="csX93" fmla="*/ 1668858 w 2196676"/>
                  <a:gd name="csY93" fmla="*/ 1027880 h 1031316"/>
                  <a:gd name="csX94" fmla="*/ 1776215 w 2196676"/>
                  <a:gd name="csY94" fmla="*/ 1021772 h 1031316"/>
                  <a:gd name="csX95" fmla="*/ 1922796 w 2196676"/>
                  <a:gd name="csY95" fmla="*/ 956172 h 1031316"/>
                  <a:gd name="csX96" fmla="*/ 1974009 w 2196676"/>
                  <a:gd name="csY96" fmla="*/ 912560 h 1031316"/>
                  <a:gd name="csX97" fmla="*/ 2006628 w 2196676"/>
                  <a:gd name="csY97" fmla="*/ 890392 h 1031316"/>
                  <a:gd name="csX98" fmla="*/ 2030063 w 2196676"/>
                  <a:gd name="csY98" fmla="*/ 863292 h 1031316"/>
                  <a:gd name="csX99" fmla="*/ 1986768 w 2196676"/>
                  <a:gd name="csY99" fmla="*/ 880484 h 1031316"/>
                  <a:gd name="csX100" fmla="*/ 1956999 w 2196676"/>
                  <a:gd name="csY100" fmla="*/ 900526 h 1031316"/>
                  <a:gd name="csX101" fmla="*/ 1915694 w 2196676"/>
                  <a:gd name="csY101" fmla="*/ 919029 h 1031316"/>
                  <a:gd name="csX102" fmla="*/ 1877103 w 2196676"/>
                  <a:gd name="csY102" fmla="*/ 914550 h 1031316"/>
                  <a:gd name="csX103" fmla="*/ 1841362 w 2196676"/>
                  <a:gd name="csY103" fmla="*/ 938890 h 1031316"/>
                  <a:gd name="csX104" fmla="*/ 1804310 w 2196676"/>
                  <a:gd name="csY104" fmla="*/ 942691 h 1031316"/>
                  <a:gd name="csX105" fmla="*/ 1773953 w 2196676"/>
                  <a:gd name="csY105" fmla="*/ 960063 h 1031316"/>
                  <a:gd name="csX106" fmla="*/ 1766488 w 2196676"/>
                  <a:gd name="csY106" fmla="*/ 942917 h 1031316"/>
                  <a:gd name="csX107" fmla="*/ 1749839 w 2196676"/>
                  <a:gd name="csY107" fmla="*/ 943595 h 1031316"/>
                  <a:gd name="csX108" fmla="*/ 1692474 w 2196676"/>
                  <a:gd name="csY108" fmla="*/ 950472 h 1031316"/>
                  <a:gd name="csX109" fmla="*/ 1696410 w 2196676"/>
                  <a:gd name="csY109" fmla="*/ 997070 h 1031316"/>
                  <a:gd name="csX110" fmla="*/ 1684194 w 2196676"/>
                  <a:gd name="csY110" fmla="*/ 1004219 h 1031316"/>
                  <a:gd name="csX111" fmla="*/ 1667772 w 2196676"/>
                  <a:gd name="csY111" fmla="*/ 987253 h 1031316"/>
                  <a:gd name="csX112" fmla="*/ 1634339 w 2196676"/>
                  <a:gd name="csY112" fmla="*/ 997568 h 1031316"/>
                  <a:gd name="csX113" fmla="*/ 1610859 w 2196676"/>
                  <a:gd name="csY113" fmla="*/ 1014126 h 1031316"/>
                  <a:gd name="csX114" fmla="*/ 1560957 w 2196676"/>
                  <a:gd name="csY114" fmla="*/ 974857 h 1031316"/>
                  <a:gd name="csX115" fmla="*/ 1551773 w 2196676"/>
                  <a:gd name="csY115" fmla="*/ 973455 h 1031316"/>
                  <a:gd name="csX116" fmla="*/ 1545078 w 2196676"/>
                  <a:gd name="csY116" fmla="*/ 979245 h 1031316"/>
                  <a:gd name="csX117" fmla="*/ 1551773 w 2196676"/>
                  <a:gd name="csY117" fmla="*/ 987932 h 1031316"/>
                  <a:gd name="csX118" fmla="*/ 1575299 w 2196676"/>
                  <a:gd name="csY118" fmla="*/ 1004807 h 1031316"/>
                  <a:gd name="csX119" fmla="*/ 1532953 w 2196676"/>
                  <a:gd name="csY119" fmla="*/ 988972 h 1031316"/>
                  <a:gd name="csX120" fmla="*/ 1502370 w 2196676"/>
                  <a:gd name="csY120" fmla="*/ 971735 h 1031316"/>
                  <a:gd name="csX121" fmla="*/ 1446000 w 2196676"/>
                  <a:gd name="csY121" fmla="*/ 978069 h 1031316"/>
                  <a:gd name="csX122" fmla="*/ 1407364 w 2196676"/>
                  <a:gd name="csY122" fmla="*/ 967528 h 1031316"/>
                  <a:gd name="csX123" fmla="*/ 1331585 w 2196676"/>
                  <a:gd name="csY123" fmla="*/ 923554 h 1031316"/>
                  <a:gd name="csX124" fmla="*/ 1324708 w 2196676"/>
                  <a:gd name="csY124" fmla="*/ 940745 h 1031316"/>
                  <a:gd name="csX125" fmla="*/ 1280734 w 2196676"/>
                  <a:gd name="csY125" fmla="*/ 915229 h 1031316"/>
                  <a:gd name="csX126" fmla="*/ 1246803 w 2196676"/>
                  <a:gd name="csY126" fmla="*/ 899304 h 1031316"/>
                  <a:gd name="csX127" fmla="*/ 1200883 w 2196676"/>
                  <a:gd name="csY127" fmla="*/ 884194 h 1031316"/>
                  <a:gd name="csX128" fmla="*/ 1165188 w 2196676"/>
                  <a:gd name="csY128" fmla="*/ 863790 h 1031316"/>
                  <a:gd name="csX129" fmla="*/ 1115739 w 2196676"/>
                  <a:gd name="csY129" fmla="*/ 843658 h 1031316"/>
                  <a:gd name="csX130" fmla="*/ 1088956 w 2196676"/>
                  <a:gd name="csY130" fmla="*/ 838410 h 1031316"/>
                  <a:gd name="csX131" fmla="*/ 1036386 w 2196676"/>
                  <a:gd name="csY131" fmla="*/ 819273 h 1031316"/>
                  <a:gd name="csX132" fmla="*/ 1003360 w 2196676"/>
                  <a:gd name="csY132" fmla="*/ 802488 h 1031316"/>
                  <a:gd name="csX133" fmla="*/ 919845 w 2196676"/>
                  <a:gd name="csY133" fmla="*/ 768467 h 1031316"/>
                  <a:gd name="csX134" fmla="*/ 870532 w 2196676"/>
                  <a:gd name="csY134" fmla="*/ 758921 h 1031316"/>
                  <a:gd name="csX135" fmla="*/ 863293 w 2196676"/>
                  <a:gd name="csY135" fmla="*/ 734717 h 1031316"/>
                  <a:gd name="csX136" fmla="*/ 827914 w 2196676"/>
                  <a:gd name="csY136" fmla="*/ 730012 h 1031316"/>
                  <a:gd name="csX137" fmla="*/ 733406 w 2196676"/>
                  <a:gd name="csY137" fmla="*/ 701284 h 1031316"/>
                  <a:gd name="csX138" fmla="*/ 698796 w 2196676"/>
                  <a:gd name="csY138" fmla="*/ 704043 h 1031316"/>
                  <a:gd name="csX139" fmla="*/ 665589 w 2196676"/>
                  <a:gd name="csY139" fmla="*/ 696760 h 1031316"/>
                  <a:gd name="csX140" fmla="*/ 645638 w 2196676"/>
                  <a:gd name="csY140" fmla="*/ 673867 h 1031316"/>
                  <a:gd name="csX141" fmla="*/ 618900 w 2196676"/>
                  <a:gd name="csY141" fmla="*/ 688978 h 1031316"/>
                  <a:gd name="csX142" fmla="*/ 557101 w 2196676"/>
                  <a:gd name="csY142" fmla="*/ 685268 h 1031316"/>
                  <a:gd name="csX143" fmla="*/ 440695 w 2196676"/>
                  <a:gd name="csY143" fmla="*/ 690426 h 1031316"/>
                  <a:gd name="csX144" fmla="*/ 450286 w 2196676"/>
                  <a:gd name="csY144" fmla="*/ 672510 h 1031316"/>
                  <a:gd name="csX145" fmla="*/ 390885 w 2196676"/>
                  <a:gd name="csY145" fmla="*/ 676989 h 1031316"/>
                  <a:gd name="csX146" fmla="*/ 347905 w 2196676"/>
                  <a:gd name="csY146" fmla="*/ 684409 h 1031316"/>
                  <a:gd name="csX147" fmla="*/ 312029 w 2196676"/>
                  <a:gd name="csY147" fmla="*/ 681694 h 1031316"/>
                  <a:gd name="csX148" fmla="*/ 445898 w 2196676"/>
                  <a:gd name="csY148" fmla="*/ 652378 h 1031316"/>
                  <a:gd name="csX149" fmla="*/ 506521 w 2196676"/>
                  <a:gd name="csY149" fmla="*/ 646225 h 1031316"/>
                  <a:gd name="csX150" fmla="*/ 506521 w 2196676"/>
                  <a:gd name="csY150" fmla="*/ 636272 h 1031316"/>
                  <a:gd name="csX151" fmla="*/ 502766 w 2196676"/>
                  <a:gd name="csY151" fmla="*/ 632427 h 1031316"/>
                  <a:gd name="csX152" fmla="*/ 490551 w 2196676"/>
                  <a:gd name="csY152" fmla="*/ 620709 h 1031316"/>
                  <a:gd name="csX153" fmla="*/ 501454 w 2196676"/>
                  <a:gd name="csY153" fmla="*/ 602070 h 1031316"/>
                  <a:gd name="csX154" fmla="*/ 535566 w 2196676"/>
                  <a:gd name="csY154" fmla="*/ 599491 h 1031316"/>
                  <a:gd name="csX155" fmla="*/ 532263 w 2196676"/>
                  <a:gd name="csY155" fmla="*/ 641339 h 1031316"/>
                  <a:gd name="csX156" fmla="*/ 671199 w 2196676"/>
                  <a:gd name="csY156" fmla="*/ 657173 h 1031316"/>
                  <a:gd name="csX157" fmla="*/ 672240 w 2196676"/>
                  <a:gd name="csY157" fmla="*/ 635005 h 1031316"/>
                  <a:gd name="csX158" fmla="*/ 609400 w 2196676"/>
                  <a:gd name="csY158" fmla="*/ 624057 h 1031316"/>
                  <a:gd name="csX159" fmla="*/ 657446 w 2196676"/>
                  <a:gd name="csY159" fmla="*/ 616773 h 1031316"/>
                  <a:gd name="csX160" fmla="*/ 685133 w 2196676"/>
                  <a:gd name="csY160" fmla="*/ 612113 h 1031316"/>
                  <a:gd name="csX161" fmla="*/ 704587 w 2196676"/>
                  <a:gd name="csY161" fmla="*/ 631522 h 1031316"/>
                  <a:gd name="csX162" fmla="*/ 775389 w 2196676"/>
                  <a:gd name="csY162" fmla="*/ 674908 h 1031316"/>
                  <a:gd name="csX163" fmla="*/ 836646 w 2196676"/>
                  <a:gd name="csY163" fmla="*/ 699474 h 1031316"/>
                  <a:gd name="csX164" fmla="*/ 875282 w 2196676"/>
                  <a:gd name="csY164" fmla="*/ 704405 h 1031316"/>
                  <a:gd name="csX165" fmla="*/ 853747 w 2196676"/>
                  <a:gd name="csY165" fmla="*/ 686987 h 1031316"/>
                  <a:gd name="csX166" fmla="*/ 843839 w 2196676"/>
                  <a:gd name="csY166" fmla="*/ 675541 h 1031316"/>
                  <a:gd name="csX167" fmla="*/ 893514 w 2196676"/>
                  <a:gd name="csY167" fmla="*/ 678527 h 1031316"/>
                  <a:gd name="csX168" fmla="*/ 941967 w 2196676"/>
                  <a:gd name="csY168" fmla="*/ 699791 h 1031316"/>
                  <a:gd name="csX169" fmla="*/ 1072534 w 2196676"/>
                  <a:gd name="csY169" fmla="*/ 744670 h 1031316"/>
                  <a:gd name="csX170" fmla="*/ 1131528 w 2196676"/>
                  <a:gd name="csY170" fmla="*/ 775751 h 1031316"/>
                  <a:gd name="csX171" fmla="*/ 1200747 w 2196676"/>
                  <a:gd name="csY171" fmla="*/ 800950 h 1031316"/>
                  <a:gd name="csX172" fmla="*/ 1274490 w 2196676"/>
                  <a:gd name="csY172" fmla="*/ 827506 h 1031316"/>
                  <a:gd name="csX173" fmla="*/ 1324708 w 2196676"/>
                  <a:gd name="csY173" fmla="*/ 844653 h 1031316"/>
                  <a:gd name="csX174" fmla="*/ 1421524 w 2196676"/>
                  <a:gd name="csY174" fmla="*/ 874195 h 1031316"/>
                  <a:gd name="csX175" fmla="*/ 1711701 w 2196676"/>
                  <a:gd name="csY175" fmla="*/ 902290 h 1031316"/>
                  <a:gd name="csX176" fmla="*/ 1748799 w 2196676"/>
                  <a:gd name="csY176" fmla="*/ 894961 h 1031316"/>
                  <a:gd name="csX177" fmla="*/ 1822044 w 2196676"/>
                  <a:gd name="csY177" fmla="*/ 871074 h 1031316"/>
                  <a:gd name="csX178" fmla="*/ 1997309 w 2196676"/>
                  <a:gd name="csY178" fmla="*/ 778103 h 1031316"/>
                  <a:gd name="csX179" fmla="*/ 2032868 w 2196676"/>
                  <a:gd name="csY179" fmla="*/ 749918 h 1031316"/>
                  <a:gd name="csX180" fmla="*/ 2095889 w 2196676"/>
                  <a:gd name="csY180" fmla="*/ 682463 h 1031316"/>
                  <a:gd name="csX181" fmla="*/ 2170040 w 2196676"/>
                  <a:gd name="csY181" fmla="*/ 589266 h 1031316"/>
                  <a:gd name="csX182" fmla="*/ 2125975 w 2196676"/>
                  <a:gd name="csY182" fmla="*/ 606910 h 1031316"/>
                  <a:gd name="csX183" fmla="*/ 2154929 w 2196676"/>
                  <a:gd name="csY183" fmla="*/ 545654 h 103131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  <a:cxn ang="0">
                    <a:pos x="csX29" y="csY29"/>
                  </a:cxn>
                  <a:cxn ang="0">
                    <a:pos x="csX30" y="csY30"/>
                  </a:cxn>
                  <a:cxn ang="0">
                    <a:pos x="csX31" y="csY31"/>
                  </a:cxn>
                  <a:cxn ang="0">
                    <a:pos x="csX32" y="csY32"/>
                  </a:cxn>
                  <a:cxn ang="0">
                    <a:pos x="csX33" y="csY33"/>
                  </a:cxn>
                  <a:cxn ang="0">
                    <a:pos x="csX34" y="csY34"/>
                  </a:cxn>
                  <a:cxn ang="0">
                    <a:pos x="csX35" y="csY35"/>
                  </a:cxn>
                  <a:cxn ang="0">
                    <a:pos x="csX36" y="csY36"/>
                  </a:cxn>
                  <a:cxn ang="0">
                    <a:pos x="csX37" y="csY37"/>
                  </a:cxn>
                  <a:cxn ang="0">
                    <a:pos x="csX38" y="csY38"/>
                  </a:cxn>
                  <a:cxn ang="0">
                    <a:pos x="csX39" y="csY39"/>
                  </a:cxn>
                  <a:cxn ang="0">
                    <a:pos x="csX40" y="csY40"/>
                  </a:cxn>
                  <a:cxn ang="0">
                    <a:pos x="csX41" y="csY41"/>
                  </a:cxn>
                  <a:cxn ang="0">
                    <a:pos x="csX42" y="csY42"/>
                  </a:cxn>
                  <a:cxn ang="0">
                    <a:pos x="csX43" y="csY43"/>
                  </a:cxn>
                  <a:cxn ang="0">
                    <a:pos x="csX44" y="csY44"/>
                  </a:cxn>
                  <a:cxn ang="0">
                    <a:pos x="csX45" y="csY45"/>
                  </a:cxn>
                  <a:cxn ang="0">
                    <a:pos x="csX46" y="csY46"/>
                  </a:cxn>
                  <a:cxn ang="0">
                    <a:pos x="csX47" y="csY47"/>
                  </a:cxn>
                  <a:cxn ang="0">
                    <a:pos x="csX48" y="csY48"/>
                  </a:cxn>
                  <a:cxn ang="0">
                    <a:pos x="csX49" y="csY49"/>
                  </a:cxn>
                  <a:cxn ang="0">
                    <a:pos x="csX50" y="csY50"/>
                  </a:cxn>
                  <a:cxn ang="0">
                    <a:pos x="csX51" y="csY51"/>
                  </a:cxn>
                  <a:cxn ang="0">
                    <a:pos x="csX52" y="csY52"/>
                  </a:cxn>
                  <a:cxn ang="0">
                    <a:pos x="csX53" y="csY53"/>
                  </a:cxn>
                  <a:cxn ang="0">
                    <a:pos x="csX54" y="csY54"/>
                  </a:cxn>
                  <a:cxn ang="0">
                    <a:pos x="csX55" y="csY55"/>
                  </a:cxn>
                  <a:cxn ang="0">
                    <a:pos x="csX56" y="csY56"/>
                  </a:cxn>
                  <a:cxn ang="0">
                    <a:pos x="csX57" y="csY57"/>
                  </a:cxn>
                  <a:cxn ang="0">
                    <a:pos x="csX58" y="csY58"/>
                  </a:cxn>
                  <a:cxn ang="0">
                    <a:pos x="csX59" y="csY59"/>
                  </a:cxn>
                  <a:cxn ang="0">
                    <a:pos x="csX60" y="csY60"/>
                  </a:cxn>
                  <a:cxn ang="0">
                    <a:pos x="csX61" y="csY61"/>
                  </a:cxn>
                  <a:cxn ang="0">
                    <a:pos x="csX62" y="csY62"/>
                  </a:cxn>
                  <a:cxn ang="0">
                    <a:pos x="csX63" y="csY63"/>
                  </a:cxn>
                  <a:cxn ang="0">
                    <a:pos x="csX64" y="csY64"/>
                  </a:cxn>
                  <a:cxn ang="0">
                    <a:pos x="csX65" y="csY65"/>
                  </a:cxn>
                  <a:cxn ang="0">
                    <a:pos x="csX66" y="csY66"/>
                  </a:cxn>
                  <a:cxn ang="0">
                    <a:pos x="csX67" y="csY67"/>
                  </a:cxn>
                  <a:cxn ang="0">
                    <a:pos x="csX68" y="csY68"/>
                  </a:cxn>
                  <a:cxn ang="0">
                    <a:pos x="csX69" y="csY69"/>
                  </a:cxn>
                  <a:cxn ang="0">
                    <a:pos x="csX70" y="csY70"/>
                  </a:cxn>
                  <a:cxn ang="0">
                    <a:pos x="csX71" y="csY71"/>
                  </a:cxn>
                  <a:cxn ang="0">
                    <a:pos x="csX72" y="csY72"/>
                  </a:cxn>
                  <a:cxn ang="0">
                    <a:pos x="csX73" y="csY73"/>
                  </a:cxn>
                  <a:cxn ang="0">
                    <a:pos x="csX74" y="csY74"/>
                  </a:cxn>
                  <a:cxn ang="0">
                    <a:pos x="csX75" y="csY75"/>
                  </a:cxn>
                  <a:cxn ang="0">
                    <a:pos x="csX76" y="csY76"/>
                  </a:cxn>
                  <a:cxn ang="0">
                    <a:pos x="csX77" y="csY77"/>
                  </a:cxn>
                  <a:cxn ang="0">
                    <a:pos x="csX78" y="csY78"/>
                  </a:cxn>
                  <a:cxn ang="0">
                    <a:pos x="csX79" y="csY79"/>
                  </a:cxn>
                  <a:cxn ang="0">
                    <a:pos x="csX80" y="csY80"/>
                  </a:cxn>
                  <a:cxn ang="0">
                    <a:pos x="csX81" y="csY81"/>
                  </a:cxn>
                  <a:cxn ang="0">
                    <a:pos x="csX82" y="csY82"/>
                  </a:cxn>
                  <a:cxn ang="0">
                    <a:pos x="csX83" y="csY83"/>
                  </a:cxn>
                  <a:cxn ang="0">
                    <a:pos x="csX84" y="csY84"/>
                  </a:cxn>
                  <a:cxn ang="0">
                    <a:pos x="csX85" y="csY85"/>
                  </a:cxn>
                  <a:cxn ang="0">
                    <a:pos x="csX86" y="csY86"/>
                  </a:cxn>
                  <a:cxn ang="0">
                    <a:pos x="csX87" y="csY87"/>
                  </a:cxn>
                  <a:cxn ang="0">
                    <a:pos x="csX88" y="csY88"/>
                  </a:cxn>
                  <a:cxn ang="0">
                    <a:pos x="csX89" y="csY89"/>
                  </a:cxn>
                  <a:cxn ang="0">
                    <a:pos x="csX90" y="csY90"/>
                  </a:cxn>
                  <a:cxn ang="0">
                    <a:pos x="csX91" y="csY91"/>
                  </a:cxn>
                  <a:cxn ang="0">
                    <a:pos x="csX92" y="csY92"/>
                  </a:cxn>
                  <a:cxn ang="0">
                    <a:pos x="csX93" y="csY93"/>
                  </a:cxn>
                  <a:cxn ang="0">
                    <a:pos x="csX94" y="csY94"/>
                  </a:cxn>
                  <a:cxn ang="0">
                    <a:pos x="csX95" y="csY95"/>
                  </a:cxn>
                  <a:cxn ang="0">
                    <a:pos x="csX96" y="csY96"/>
                  </a:cxn>
                  <a:cxn ang="0">
                    <a:pos x="csX97" y="csY97"/>
                  </a:cxn>
                  <a:cxn ang="0">
                    <a:pos x="csX98" y="csY98"/>
                  </a:cxn>
                  <a:cxn ang="0">
                    <a:pos x="csX99" y="csY99"/>
                  </a:cxn>
                  <a:cxn ang="0">
                    <a:pos x="csX100" y="csY100"/>
                  </a:cxn>
                  <a:cxn ang="0">
                    <a:pos x="csX101" y="csY101"/>
                  </a:cxn>
                  <a:cxn ang="0">
                    <a:pos x="csX102" y="csY102"/>
                  </a:cxn>
                  <a:cxn ang="0">
                    <a:pos x="csX103" y="csY103"/>
                  </a:cxn>
                  <a:cxn ang="0">
                    <a:pos x="csX104" y="csY104"/>
                  </a:cxn>
                  <a:cxn ang="0">
                    <a:pos x="csX105" y="csY105"/>
                  </a:cxn>
                  <a:cxn ang="0">
                    <a:pos x="csX106" y="csY106"/>
                  </a:cxn>
                  <a:cxn ang="0">
                    <a:pos x="csX107" y="csY107"/>
                  </a:cxn>
                  <a:cxn ang="0">
                    <a:pos x="csX108" y="csY108"/>
                  </a:cxn>
                  <a:cxn ang="0">
                    <a:pos x="csX109" y="csY109"/>
                  </a:cxn>
                  <a:cxn ang="0">
                    <a:pos x="csX110" y="csY110"/>
                  </a:cxn>
                  <a:cxn ang="0">
                    <a:pos x="csX111" y="csY111"/>
                  </a:cxn>
                  <a:cxn ang="0">
                    <a:pos x="csX112" y="csY112"/>
                  </a:cxn>
                  <a:cxn ang="0">
                    <a:pos x="csX113" y="csY113"/>
                  </a:cxn>
                  <a:cxn ang="0">
                    <a:pos x="csX114" y="csY114"/>
                  </a:cxn>
                  <a:cxn ang="0">
                    <a:pos x="csX115" y="csY115"/>
                  </a:cxn>
                  <a:cxn ang="0">
                    <a:pos x="csX116" y="csY116"/>
                  </a:cxn>
                  <a:cxn ang="0">
                    <a:pos x="csX117" y="csY117"/>
                  </a:cxn>
                  <a:cxn ang="0">
                    <a:pos x="csX118" y="csY118"/>
                  </a:cxn>
                  <a:cxn ang="0">
                    <a:pos x="csX119" y="csY119"/>
                  </a:cxn>
                  <a:cxn ang="0">
                    <a:pos x="csX120" y="csY120"/>
                  </a:cxn>
                  <a:cxn ang="0">
                    <a:pos x="csX121" y="csY121"/>
                  </a:cxn>
                  <a:cxn ang="0">
                    <a:pos x="csX122" y="csY122"/>
                  </a:cxn>
                  <a:cxn ang="0">
                    <a:pos x="csX123" y="csY123"/>
                  </a:cxn>
                  <a:cxn ang="0">
                    <a:pos x="csX124" y="csY124"/>
                  </a:cxn>
                  <a:cxn ang="0">
                    <a:pos x="csX125" y="csY125"/>
                  </a:cxn>
                  <a:cxn ang="0">
                    <a:pos x="csX126" y="csY126"/>
                  </a:cxn>
                  <a:cxn ang="0">
                    <a:pos x="csX127" y="csY127"/>
                  </a:cxn>
                  <a:cxn ang="0">
                    <a:pos x="csX128" y="csY128"/>
                  </a:cxn>
                  <a:cxn ang="0">
                    <a:pos x="csX129" y="csY129"/>
                  </a:cxn>
                  <a:cxn ang="0">
                    <a:pos x="csX130" y="csY130"/>
                  </a:cxn>
                  <a:cxn ang="0">
                    <a:pos x="csX131" y="csY131"/>
                  </a:cxn>
                  <a:cxn ang="0">
                    <a:pos x="csX132" y="csY132"/>
                  </a:cxn>
                  <a:cxn ang="0">
                    <a:pos x="csX133" y="csY133"/>
                  </a:cxn>
                  <a:cxn ang="0">
                    <a:pos x="csX134" y="csY134"/>
                  </a:cxn>
                  <a:cxn ang="0">
                    <a:pos x="csX135" y="csY135"/>
                  </a:cxn>
                  <a:cxn ang="0">
                    <a:pos x="csX136" y="csY136"/>
                  </a:cxn>
                  <a:cxn ang="0">
                    <a:pos x="csX137" y="csY137"/>
                  </a:cxn>
                  <a:cxn ang="0">
                    <a:pos x="csX138" y="csY138"/>
                  </a:cxn>
                  <a:cxn ang="0">
                    <a:pos x="csX139" y="csY139"/>
                  </a:cxn>
                  <a:cxn ang="0">
                    <a:pos x="csX140" y="csY140"/>
                  </a:cxn>
                  <a:cxn ang="0">
                    <a:pos x="csX141" y="csY141"/>
                  </a:cxn>
                  <a:cxn ang="0">
                    <a:pos x="csX142" y="csY142"/>
                  </a:cxn>
                  <a:cxn ang="0">
                    <a:pos x="csX143" y="csY143"/>
                  </a:cxn>
                  <a:cxn ang="0">
                    <a:pos x="csX144" y="csY144"/>
                  </a:cxn>
                  <a:cxn ang="0">
                    <a:pos x="csX145" y="csY145"/>
                  </a:cxn>
                  <a:cxn ang="0">
                    <a:pos x="csX146" y="csY146"/>
                  </a:cxn>
                  <a:cxn ang="0">
                    <a:pos x="csX147" y="csY147"/>
                  </a:cxn>
                  <a:cxn ang="0">
                    <a:pos x="csX148" y="csY148"/>
                  </a:cxn>
                  <a:cxn ang="0">
                    <a:pos x="csX149" y="csY149"/>
                  </a:cxn>
                  <a:cxn ang="0">
                    <a:pos x="csX150" y="csY150"/>
                  </a:cxn>
                  <a:cxn ang="0">
                    <a:pos x="csX151" y="csY151"/>
                  </a:cxn>
                  <a:cxn ang="0">
                    <a:pos x="csX152" y="csY152"/>
                  </a:cxn>
                  <a:cxn ang="0">
                    <a:pos x="csX153" y="csY153"/>
                  </a:cxn>
                  <a:cxn ang="0">
                    <a:pos x="csX154" y="csY154"/>
                  </a:cxn>
                  <a:cxn ang="0">
                    <a:pos x="csX155" y="csY155"/>
                  </a:cxn>
                  <a:cxn ang="0">
                    <a:pos x="csX156" y="csY156"/>
                  </a:cxn>
                  <a:cxn ang="0">
                    <a:pos x="csX157" y="csY157"/>
                  </a:cxn>
                  <a:cxn ang="0">
                    <a:pos x="csX158" y="csY158"/>
                  </a:cxn>
                  <a:cxn ang="0">
                    <a:pos x="csX159" y="csY159"/>
                  </a:cxn>
                  <a:cxn ang="0">
                    <a:pos x="csX160" y="csY160"/>
                  </a:cxn>
                  <a:cxn ang="0">
                    <a:pos x="csX161" y="csY161"/>
                  </a:cxn>
                  <a:cxn ang="0">
                    <a:pos x="csX162" y="csY162"/>
                  </a:cxn>
                  <a:cxn ang="0">
                    <a:pos x="csX163" y="csY163"/>
                  </a:cxn>
                  <a:cxn ang="0">
                    <a:pos x="csX164" y="csY164"/>
                  </a:cxn>
                  <a:cxn ang="0">
                    <a:pos x="csX165" y="csY165"/>
                  </a:cxn>
                  <a:cxn ang="0">
                    <a:pos x="csX166" y="csY166"/>
                  </a:cxn>
                  <a:cxn ang="0">
                    <a:pos x="csX167" y="csY167"/>
                  </a:cxn>
                  <a:cxn ang="0">
                    <a:pos x="csX168" y="csY168"/>
                  </a:cxn>
                  <a:cxn ang="0">
                    <a:pos x="csX169" y="csY169"/>
                  </a:cxn>
                  <a:cxn ang="0">
                    <a:pos x="csX170" y="csY170"/>
                  </a:cxn>
                  <a:cxn ang="0">
                    <a:pos x="csX171" y="csY171"/>
                  </a:cxn>
                  <a:cxn ang="0">
                    <a:pos x="csX172" y="csY172"/>
                  </a:cxn>
                  <a:cxn ang="0">
                    <a:pos x="csX173" y="csY173"/>
                  </a:cxn>
                  <a:cxn ang="0">
                    <a:pos x="csX174" y="csY174"/>
                  </a:cxn>
                  <a:cxn ang="0">
                    <a:pos x="csX175" y="csY175"/>
                  </a:cxn>
                  <a:cxn ang="0">
                    <a:pos x="csX176" y="csY176"/>
                  </a:cxn>
                  <a:cxn ang="0">
                    <a:pos x="csX177" y="csY177"/>
                  </a:cxn>
                  <a:cxn ang="0">
                    <a:pos x="csX178" y="csY178"/>
                  </a:cxn>
                  <a:cxn ang="0">
                    <a:pos x="csX179" y="csY179"/>
                  </a:cxn>
                  <a:cxn ang="0">
                    <a:pos x="csX180" y="csY180"/>
                  </a:cxn>
                  <a:cxn ang="0">
                    <a:pos x="csX181" y="csY181"/>
                  </a:cxn>
                  <a:cxn ang="0">
                    <a:pos x="csX182" y="csY182"/>
                  </a:cxn>
                  <a:cxn ang="0">
                    <a:pos x="csX183" y="csY183"/>
                  </a:cxn>
                </a:cxnLst>
                <a:rect l="l" t="t" r="r" b="b"/>
                <a:pathLst>
                  <a:path w="2196676" h="1031316">
                    <a:moveTo>
                      <a:pt x="2155020" y="546016"/>
                    </a:moveTo>
                    <a:lnTo>
                      <a:pt x="2133304" y="547599"/>
                    </a:lnTo>
                    <a:lnTo>
                      <a:pt x="2136018" y="522807"/>
                    </a:lnTo>
                    <a:cubicBezTo>
                      <a:pt x="2124572" y="530408"/>
                      <a:pt x="2116972" y="537239"/>
                      <a:pt x="2110005" y="547328"/>
                    </a:cubicBezTo>
                    <a:cubicBezTo>
                      <a:pt x="2081774" y="588226"/>
                      <a:pt x="2047164" y="620257"/>
                      <a:pt x="2009388" y="647990"/>
                    </a:cubicBezTo>
                    <a:cubicBezTo>
                      <a:pt x="2009071" y="654414"/>
                      <a:pt x="2008664" y="664503"/>
                      <a:pt x="2006900" y="668981"/>
                    </a:cubicBezTo>
                    <a:cubicBezTo>
                      <a:pt x="2004864" y="674229"/>
                      <a:pt x="1988622" y="669931"/>
                      <a:pt x="1982153" y="670927"/>
                    </a:cubicBezTo>
                    <a:cubicBezTo>
                      <a:pt x="1958944" y="674410"/>
                      <a:pt x="1944015" y="706622"/>
                      <a:pt x="1911939" y="720013"/>
                    </a:cubicBezTo>
                    <a:cubicBezTo>
                      <a:pt x="1899859" y="709744"/>
                      <a:pt x="1905831" y="695719"/>
                      <a:pt x="1916689" y="688933"/>
                    </a:cubicBezTo>
                    <a:lnTo>
                      <a:pt x="1955325" y="664774"/>
                    </a:lnTo>
                    <a:cubicBezTo>
                      <a:pt x="1980117" y="649256"/>
                      <a:pt x="2001607" y="629260"/>
                      <a:pt x="2007036" y="601210"/>
                    </a:cubicBezTo>
                    <a:cubicBezTo>
                      <a:pt x="2050829" y="565243"/>
                      <a:pt x="1993870" y="601934"/>
                      <a:pt x="2053951" y="544930"/>
                    </a:cubicBezTo>
                    <a:lnTo>
                      <a:pt x="2121315" y="481004"/>
                    </a:lnTo>
                    <a:cubicBezTo>
                      <a:pt x="2136154" y="466889"/>
                      <a:pt x="2165470" y="457796"/>
                      <a:pt x="2165742" y="432687"/>
                    </a:cubicBezTo>
                    <a:cubicBezTo>
                      <a:pt x="2166375" y="376497"/>
                      <a:pt x="2198949" y="381519"/>
                      <a:pt x="2196551" y="343923"/>
                    </a:cubicBezTo>
                    <a:lnTo>
                      <a:pt x="2170537" y="336911"/>
                    </a:lnTo>
                    <a:lnTo>
                      <a:pt x="2159906" y="346412"/>
                    </a:lnTo>
                    <a:cubicBezTo>
                      <a:pt x="2157055" y="348945"/>
                      <a:pt x="2146197" y="343290"/>
                      <a:pt x="2147871" y="339309"/>
                    </a:cubicBezTo>
                    <a:cubicBezTo>
                      <a:pt x="2152034" y="329537"/>
                      <a:pt x="2156060" y="310716"/>
                      <a:pt x="2149455" y="301487"/>
                    </a:cubicBezTo>
                    <a:lnTo>
                      <a:pt x="2133394" y="279002"/>
                    </a:lnTo>
                    <a:cubicBezTo>
                      <a:pt x="2126970" y="267511"/>
                      <a:pt x="2173614" y="199016"/>
                      <a:pt x="2157191" y="208109"/>
                    </a:cubicBezTo>
                    <a:cubicBezTo>
                      <a:pt x="2129684" y="223310"/>
                      <a:pt x="2152396" y="219329"/>
                      <a:pt x="2121134" y="239643"/>
                    </a:cubicBezTo>
                    <a:lnTo>
                      <a:pt x="2139818" y="179291"/>
                    </a:lnTo>
                    <a:cubicBezTo>
                      <a:pt x="2154658" y="163728"/>
                      <a:pt x="2169904" y="147396"/>
                      <a:pt x="2156015" y="124639"/>
                    </a:cubicBezTo>
                    <a:cubicBezTo>
                      <a:pt x="2152531" y="118939"/>
                      <a:pt x="2146967" y="108398"/>
                      <a:pt x="2145247" y="102109"/>
                    </a:cubicBezTo>
                    <a:cubicBezTo>
                      <a:pt x="2143619" y="96138"/>
                      <a:pt x="2155200" y="85370"/>
                      <a:pt x="2157508" y="79398"/>
                    </a:cubicBezTo>
                    <a:lnTo>
                      <a:pt x="2177142" y="28638"/>
                    </a:lnTo>
                    <a:lnTo>
                      <a:pt x="2152531" y="16920"/>
                    </a:lnTo>
                    <a:cubicBezTo>
                      <a:pt x="2150179" y="15789"/>
                      <a:pt x="2152079" y="3800"/>
                      <a:pt x="2149545" y="3167"/>
                    </a:cubicBezTo>
                    <a:lnTo>
                      <a:pt x="2136833" y="0"/>
                    </a:lnTo>
                    <a:lnTo>
                      <a:pt x="2083312" y="68450"/>
                    </a:lnTo>
                    <a:cubicBezTo>
                      <a:pt x="2075576" y="78312"/>
                      <a:pt x="2069152" y="86275"/>
                      <a:pt x="2061958" y="97450"/>
                    </a:cubicBezTo>
                    <a:cubicBezTo>
                      <a:pt x="2051689" y="113420"/>
                      <a:pt x="2034180" y="126856"/>
                      <a:pt x="2021875" y="142012"/>
                    </a:cubicBezTo>
                    <a:cubicBezTo>
                      <a:pt x="1985998" y="186303"/>
                      <a:pt x="1953425" y="233128"/>
                      <a:pt x="1904564" y="264661"/>
                    </a:cubicBezTo>
                    <a:cubicBezTo>
                      <a:pt x="1877962" y="281853"/>
                      <a:pt x="1850184" y="299044"/>
                      <a:pt x="1821139" y="311486"/>
                    </a:cubicBezTo>
                    <a:cubicBezTo>
                      <a:pt x="1727897" y="351298"/>
                      <a:pt x="1629272" y="369575"/>
                      <a:pt x="1529108" y="359984"/>
                    </a:cubicBezTo>
                    <a:cubicBezTo>
                      <a:pt x="1448262" y="352248"/>
                      <a:pt x="1370221" y="340395"/>
                      <a:pt x="1297382" y="306735"/>
                    </a:cubicBezTo>
                    <a:cubicBezTo>
                      <a:pt x="1268835" y="293525"/>
                      <a:pt x="1238026" y="285336"/>
                      <a:pt x="1212238" y="270407"/>
                    </a:cubicBezTo>
                    <a:cubicBezTo>
                      <a:pt x="1178760" y="250998"/>
                      <a:pt x="1149172" y="226975"/>
                      <a:pt x="1108093" y="216479"/>
                    </a:cubicBezTo>
                    <a:lnTo>
                      <a:pt x="1060499" y="204309"/>
                    </a:lnTo>
                    <a:cubicBezTo>
                      <a:pt x="1027654" y="195894"/>
                      <a:pt x="969972" y="173002"/>
                      <a:pt x="939434" y="157168"/>
                    </a:cubicBezTo>
                    <a:cubicBezTo>
                      <a:pt x="910027" y="141876"/>
                      <a:pt x="877137" y="133778"/>
                      <a:pt x="844382" y="124232"/>
                    </a:cubicBezTo>
                    <a:cubicBezTo>
                      <a:pt x="835786" y="121744"/>
                      <a:pt x="695086" y="87451"/>
                      <a:pt x="703275" y="88130"/>
                    </a:cubicBezTo>
                    <a:lnTo>
                      <a:pt x="594696" y="78991"/>
                    </a:lnTo>
                    <a:cubicBezTo>
                      <a:pt x="563615" y="76367"/>
                      <a:pt x="531404" y="82882"/>
                      <a:pt x="499825" y="81434"/>
                    </a:cubicBezTo>
                    <a:cubicBezTo>
                      <a:pt x="483177" y="80665"/>
                      <a:pt x="468835" y="84556"/>
                      <a:pt x="453363" y="87406"/>
                    </a:cubicBezTo>
                    <a:cubicBezTo>
                      <a:pt x="433004" y="91161"/>
                      <a:pt x="405000" y="88944"/>
                      <a:pt x="391699" y="108262"/>
                    </a:cubicBezTo>
                    <a:cubicBezTo>
                      <a:pt x="390070" y="110660"/>
                      <a:pt x="385818" y="120161"/>
                      <a:pt x="384008" y="118441"/>
                    </a:cubicBezTo>
                    <a:lnTo>
                      <a:pt x="375774" y="110569"/>
                    </a:lnTo>
                    <a:cubicBezTo>
                      <a:pt x="371069" y="115184"/>
                      <a:pt x="362745" y="122242"/>
                      <a:pt x="354918" y="125544"/>
                    </a:cubicBezTo>
                    <a:cubicBezTo>
                      <a:pt x="303162" y="147396"/>
                      <a:pt x="249868" y="168071"/>
                      <a:pt x="208427" y="206119"/>
                    </a:cubicBezTo>
                    <a:cubicBezTo>
                      <a:pt x="199107" y="214715"/>
                      <a:pt x="200872" y="232992"/>
                      <a:pt x="178342" y="227066"/>
                    </a:cubicBezTo>
                    <a:lnTo>
                      <a:pt x="120433" y="287327"/>
                    </a:lnTo>
                    <a:cubicBezTo>
                      <a:pt x="105051" y="303342"/>
                      <a:pt x="101929" y="333563"/>
                      <a:pt x="75373" y="339580"/>
                    </a:cubicBezTo>
                    <a:cubicBezTo>
                      <a:pt x="85869" y="323384"/>
                      <a:pt x="94238" y="307776"/>
                      <a:pt x="100481" y="292665"/>
                    </a:cubicBezTo>
                    <a:cubicBezTo>
                      <a:pt x="104689" y="290132"/>
                      <a:pt x="118306" y="284205"/>
                      <a:pt x="119483" y="279048"/>
                    </a:cubicBezTo>
                    <a:lnTo>
                      <a:pt x="124052" y="258689"/>
                    </a:lnTo>
                    <a:cubicBezTo>
                      <a:pt x="136358" y="255703"/>
                      <a:pt x="139208" y="249460"/>
                      <a:pt x="146808" y="239733"/>
                    </a:cubicBezTo>
                    <a:cubicBezTo>
                      <a:pt x="158571" y="224577"/>
                      <a:pt x="171239" y="209060"/>
                      <a:pt x="183770" y="194990"/>
                    </a:cubicBezTo>
                    <a:cubicBezTo>
                      <a:pt x="199152" y="177707"/>
                      <a:pt x="222225" y="163004"/>
                      <a:pt x="213675" y="134185"/>
                    </a:cubicBezTo>
                    <a:cubicBezTo>
                      <a:pt x="142149" y="195216"/>
                      <a:pt x="84783" y="266516"/>
                      <a:pt x="36556" y="347000"/>
                    </a:cubicBezTo>
                    <a:cubicBezTo>
                      <a:pt x="34113" y="351072"/>
                      <a:pt x="25291" y="357089"/>
                      <a:pt x="21897" y="358355"/>
                    </a:cubicBezTo>
                    <a:cubicBezTo>
                      <a:pt x="20766" y="385002"/>
                      <a:pt x="-7374" y="408528"/>
                      <a:pt x="1856" y="446983"/>
                    </a:cubicBezTo>
                    <a:lnTo>
                      <a:pt x="41668" y="445490"/>
                    </a:lnTo>
                    <a:lnTo>
                      <a:pt x="24205" y="479918"/>
                    </a:lnTo>
                    <a:lnTo>
                      <a:pt x="37641" y="505525"/>
                    </a:lnTo>
                    <a:cubicBezTo>
                      <a:pt x="42799" y="502946"/>
                      <a:pt x="52028" y="495662"/>
                      <a:pt x="54743" y="498558"/>
                    </a:cubicBezTo>
                    <a:cubicBezTo>
                      <a:pt x="58000" y="501996"/>
                      <a:pt x="60805" y="511497"/>
                      <a:pt x="63610" y="520138"/>
                    </a:cubicBezTo>
                    <a:lnTo>
                      <a:pt x="101477" y="510547"/>
                    </a:lnTo>
                    <a:cubicBezTo>
                      <a:pt x="98355" y="521359"/>
                      <a:pt x="94736" y="531312"/>
                      <a:pt x="96772" y="537330"/>
                    </a:cubicBezTo>
                    <a:cubicBezTo>
                      <a:pt x="99124" y="544342"/>
                      <a:pt x="111837" y="552350"/>
                      <a:pt x="118533" y="552350"/>
                    </a:cubicBezTo>
                    <a:lnTo>
                      <a:pt x="185806" y="552350"/>
                    </a:lnTo>
                    <a:cubicBezTo>
                      <a:pt x="185806" y="552350"/>
                      <a:pt x="188023" y="586145"/>
                      <a:pt x="188023" y="586145"/>
                    </a:cubicBezTo>
                    <a:lnTo>
                      <a:pt x="228062" y="590805"/>
                    </a:lnTo>
                    <a:lnTo>
                      <a:pt x="204672" y="627179"/>
                    </a:lnTo>
                    <a:cubicBezTo>
                      <a:pt x="202681" y="630255"/>
                      <a:pt x="201188" y="642606"/>
                      <a:pt x="204672" y="643239"/>
                    </a:cubicBezTo>
                    <a:lnTo>
                      <a:pt x="219059" y="645908"/>
                    </a:lnTo>
                    <a:lnTo>
                      <a:pt x="210146" y="668257"/>
                    </a:lnTo>
                    <a:cubicBezTo>
                      <a:pt x="200238" y="693140"/>
                      <a:pt x="256383" y="669796"/>
                      <a:pt x="270226" y="691285"/>
                    </a:cubicBezTo>
                    <a:cubicBezTo>
                      <a:pt x="250501" y="697212"/>
                      <a:pt x="237472" y="699022"/>
                      <a:pt x="228062" y="708115"/>
                    </a:cubicBezTo>
                    <a:cubicBezTo>
                      <a:pt x="218561" y="717299"/>
                      <a:pt x="207567" y="743086"/>
                      <a:pt x="218289" y="751909"/>
                    </a:cubicBezTo>
                    <a:cubicBezTo>
                      <a:pt x="217339" y="771543"/>
                      <a:pt x="337545" y="747249"/>
                      <a:pt x="352430" y="744398"/>
                    </a:cubicBezTo>
                    <a:lnTo>
                      <a:pt x="401516" y="734988"/>
                    </a:lnTo>
                    <a:cubicBezTo>
                      <a:pt x="461054" y="723542"/>
                      <a:pt x="548776" y="714268"/>
                      <a:pt x="608540" y="723633"/>
                    </a:cubicBezTo>
                    <a:cubicBezTo>
                      <a:pt x="703546" y="738517"/>
                      <a:pt x="792672" y="767924"/>
                      <a:pt x="882702" y="801267"/>
                    </a:cubicBezTo>
                    <a:cubicBezTo>
                      <a:pt x="903241" y="808867"/>
                      <a:pt x="923735" y="819544"/>
                      <a:pt x="943506" y="825335"/>
                    </a:cubicBezTo>
                    <a:lnTo>
                      <a:pt x="1048239" y="856008"/>
                    </a:lnTo>
                    <a:cubicBezTo>
                      <a:pt x="1082487" y="866052"/>
                      <a:pt x="1116101" y="855918"/>
                      <a:pt x="1147815" y="882158"/>
                    </a:cubicBezTo>
                    <a:cubicBezTo>
                      <a:pt x="1179393" y="908262"/>
                      <a:pt x="1305752" y="952463"/>
                      <a:pt x="1352034" y="967030"/>
                    </a:cubicBezTo>
                    <a:lnTo>
                      <a:pt x="1400577" y="982322"/>
                    </a:lnTo>
                    <a:lnTo>
                      <a:pt x="1446995" y="998835"/>
                    </a:lnTo>
                    <a:cubicBezTo>
                      <a:pt x="1461924" y="1004128"/>
                      <a:pt x="1478483" y="1006390"/>
                      <a:pt x="1494046" y="1010145"/>
                    </a:cubicBezTo>
                    <a:cubicBezTo>
                      <a:pt x="1526303" y="1017927"/>
                      <a:pt x="1555664" y="1022586"/>
                      <a:pt x="1588238" y="1025165"/>
                    </a:cubicBezTo>
                    <a:cubicBezTo>
                      <a:pt x="1615518" y="1027337"/>
                      <a:pt x="1641984" y="1036068"/>
                      <a:pt x="1668858" y="1027880"/>
                    </a:cubicBezTo>
                    <a:cubicBezTo>
                      <a:pt x="1703648" y="1017248"/>
                      <a:pt x="1741289" y="1028106"/>
                      <a:pt x="1776215" y="1021772"/>
                    </a:cubicBezTo>
                    <a:cubicBezTo>
                      <a:pt x="1833264" y="1011367"/>
                      <a:pt x="1878098" y="969383"/>
                      <a:pt x="1922796" y="956172"/>
                    </a:cubicBezTo>
                    <a:cubicBezTo>
                      <a:pt x="1938631" y="941514"/>
                      <a:pt x="1955370" y="925227"/>
                      <a:pt x="1974009" y="912560"/>
                    </a:cubicBezTo>
                    <a:lnTo>
                      <a:pt x="2006628" y="890392"/>
                    </a:lnTo>
                    <a:cubicBezTo>
                      <a:pt x="2014908" y="884737"/>
                      <a:pt x="2022825" y="874964"/>
                      <a:pt x="2030063" y="863292"/>
                    </a:cubicBezTo>
                    <a:cubicBezTo>
                      <a:pt x="2012736" y="867816"/>
                      <a:pt x="1998575" y="872522"/>
                      <a:pt x="1986768" y="880484"/>
                    </a:cubicBezTo>
                    <a:lnTo>
                      <a:pt x="1956999" y="900526"/>
                    </a:lnTo>
                    <a:cubicBezTo>
                      <a:pt x="1946141" y="907855"/>
                      <a:pt x="1928678" y="912831"/>
                      <a:pt x="1915694" y="919029"/>
                    </a:cubicBezTo>
                    <a:cubicBezTo>
                      <a:pt x="1901669" y="925725"/>
                      <a:pt x="1891897" y="922242"/>
                      <a:pt x="1877103" y="914550"/>
                    </a:cubicBezTo>
                    <a:cubicBezTo>
                      <a:pt x="1863938" y="907674"/>
                      <a:pt x="1846927" y="925363"/>
                      <a:pt x="1841362" y="938890"/>
                    </a:cubicBezTo>
                    <a:lnTo>
                      <a:pt x="1804310" y="942691"/>
                    </a:lnTo>
                    <a:cubicBezTo>
                      <a:pt x="1797886" y="952417"/>
                      <a:pt x="1781780" y="964316"/>
                      <a:pt x="1773953" y="960063"/>
                    </a:cubicBezTo>
                    <a:lnTo>
                      <a:pt x="1766488" y="942917"/>
                    </a:lnTo>
                    <a:cubicBezTo>
                      <a:pt x="1764995" y="939478"/>
                      <a:pt x="1753640" y="942148"/>
                      <a:pt x="1749839" y="943595"/>
                    </a:cubicBezTo>
                    <a:cubicBezTo>
                      <a:pt x="1719664" y="955222"/>
                      <a:pt x="1694871" y="939705"/>
                      <a:pt x="1692474" y="950472"/>
                    </a:cubicBezTo>
                    <a:cubicBezTo>
                      <a:pt x="1691252" y="955946"/>
                      <a:pt x="1691524" y="986575"/>
                      <a:pt x="1696410" y="997070"/>
                    </a:cubicBezTo>
                    <a:cubicBezTo>
                      <a:pt x="1697224" y="999333"/>
                      <a:pt x="1687678" y="1006254"/>
                      <a:pt x="1684194" y="1004219"/>
                    </a:cubicBezTo>
                    <a:cubicBezTo>
                      <a:pt x="1679308" y="1001414"/>
                      <a:pt x="1674106" y="995351"/>
                      <a:pt x="1667772" y="987253"/>
                    </a:cubicBezTo>
                    <a:lnTo>
                      <a:pt x="1634339" y="997568"/>
                    </a:lnTo>
                    <a:cubicBezTo>
                      <a:pt x="1627643" y="1007883"/>
                      <a:pt x="1621535" y="1014941"/>
                      <a:pt x="1610859" y="1014126"/>
                    </a:cubicBezTo>
                    <a:cubicBezTo>
                      <a:pt x="1575932" y="1011502"/>
                      <a:pt x="1608913" y="982231"/>
                      <a:pt x="1560957" y="974857"/>
                    </a:cubicBezTo>
                    <a:lnTo>
                      <a:pt x="1551773" y="973455"/>
                    </a:lnTo>
                    <a:cubicBezTo>
                      <a:pt x="1549331" y="973093"/>
                      <a:pt x="1544037" y="976983"/>
                      <a:pt x="1545078" y="979245"/>
                    </a:cubicBezTo>
                    <a:cubicBezTo>
                      <a:pt x="1546073" y="981462"/>
                      <a:pt x="1549783" y="986529"/>
                      <a:pt x="1551773" y="987932"/>
                    </a:cubicBezTo>
                    <a:lnTo>
                      <a:pt x="1575299" y="1004807"/>
                    </a:lnTo>
                    <a:cubicBezTo>
                      <a:pt x="1554805" y="1017746"/>
                      <a:pt x="1546842" y="996799"/>
                      <a:pt x="1532953" y="988972"/>
                    </a:cubicBezTo>
                    <a:lnTo>
                      <a:pt x="1502370" y="971735"/>
                    </a:lnTo>
                    <a:cubicBezTo>
                      <a:pt x="1486988" y="999016"/>
                      <a:pt x="1465499" y="983362"/>
                      <a:pt x="1446000" y="978069"/>
                    </a:cubicBezTo>
                    <a:lnTo>
                      <a:pt x="1407364" y="967528"/>
                    </a:lnTo>
                    <a:cubicBezTo>
                      <a:pt x="1348143" y="951377"/>
                      <a:pt x="1375197" y="937850"/>
                      <a:pt x="1331585" y="923554"/>
                    </a:cubicBezTo>
                    <a:lnTo>
                      <a:pt x="1324708" y="940745"/>
                    </a:lnTo>
                    <a:cubicBezTo>
                      <a:pt x="1321224" y="949522"/>
                      <a:pt x="1299871" y="924232"/>
                      <a:pt x="1280734" y="915229"/>
                    </a:cubicBezTo>
                    <a:lnTo>
                      <a:pt x="1246803" y="899304"/>
                    </a:lnTo>
                    <a:cubicBezTo>
                      <a:pt x="1231556" y="892156"/>
                      <a:pt x="1219160" y="888401"/>
                      <a:pt x="1200883" y="884194"/>
                    </a:cubicBezTo>
                    <a:cubicBezTo>
                      <a:pt x="1191382" y="881570"/>
                      <a:pt x="1174507" y="868631"/>
                      <a:pt x="1165188" y="863790"/>
                    </a:cubicBezTo>
                    <a:cubicBezTo>
                      <a:pt x="1144829" y="860849"/>
                      <a:pt x="1130352" y="859492"/>
                      <a:pt x="1115739" y="843658"/>
                    </a:cubicBezTo>
                    <a:cubicBezTo>
                      <a:pt x="1110853" y="838364"/>
                      <a:pt x="1095652" y="840853"/>
                      <a:pt x="1088956" y="838410"/>
                    </a:cubicBezTo>
                    <a:lnTo>
                      <a:pt x="1036386" y="819273"/>
                    </a:lnTo>
                    <a:cubicBezTo>
                      <a:pt x="1027654" y="816106"/>
                      <a:pt x="1012453" y="800226"/>
                      <a:pt x="1003360" y="802488"/>
                    </a:cubicBezTo>
                    <a:cubicBezTo>
                      <a:pt x="969836" y="810812"/>
                      <a:pt x="941877" y="786020"/>
                      <a:pt x="919845" y="768467"/>
                    </a:cubicBezTo>
                    <a:cubicBezTo>
                      <a:pt x="906272" y="767019"/>
                      <a:pt x="882928" y="763762"/>
                      <a:pt x="870532" y="758921"/>
                    </a:cubicBezTo>
                    <a:lnTo>
                      <a:pt x="863293" y="734717"/>
                    </a:lnTo>
                    <a:lnTo>
                      <a:pt x="827914" y="730012"/>
                    </a:lnTo>
                    <a:cubicBezTo>
                      <a:pt x="797241" y="712639"/>
                      <a:pt x="766386" y="706622"/>
                      <a:pt x="733406" y="701284"/>
                    </a:cubicBezTo>
                    <a:cubicBezTo>
                      <a:pt x="720286" y="699157"/>
                      <a:pt x="711011" y="693593"/>
                      <a:pt x="698796" y="704043"/>
                    </a:cubicBezTo>
                    <a:lnTo>
                      <a:pt x="665589" y="696760"/>
                    </a:lnTo>
                    <a:cubicBezTo>
                      <a:pt x="659436" y="686354"/>
                      <a:pt x="653057" y="677441"/>
                      <a:pt x="645638" y="673867"/>
                    </a:cubicBezTo>
                    <a:cubicBezTo>
                      <a:pt x="637585" y="670022"/>
                      <a:pt x="625777" y="684001"/>
                      <a:pt x="618900" y="688978"/>
                    </a:cubicBezTo>
                    <a:cubicBezTo>
                      <a:pt x="600351" y="696036"/>
                      <a:pt x="577550" y="686399"/>
                      <a:pt x="557101" y="685268"/>
                    </a:cubicBezTo>
                    <a:cubicBezTo>
                      <a:pt x="528373" y="683685"/>
                      <a:pt x="479014" y="695040"/>
                      <a:pt x="440695" y="690426"/>
                    </a:cubicBezTo>
                    <a:lnTo>
                      <a:pt x="450286" y="672510"/>
                    </a:lnTo>
                    <a:cubicBezTo>
                      <a:pt x="429747" y="672420"/>
                      <a:pt x="410610" y="673596"/>
                      <a:pt x="390885" y="676989"/>
                    </a:cubicBezTo>
                    <a:lnTo>
                      <a:pt x="347905" y="684409"/>
                    </a:lnTo>
                    <a:cubicBezTo>
                      <a:pt x="335283" y="686580"/>
                      <a:pt x="323611" y="690833"/>
                      <a:pt x="312029" y="681694"/>
                    </a:cubicBezTo>
                    <a:cubicBezTo>
                      <a:pt x="357451" y="669479"/>
                      <a:pt x="399978" y="657038"/>
                      <a:pt x="445898" y="652378"/>
                    </a:cubicBezTo>
                    <a:lnTo>
                      <a:pt x="506521" y="646225"/>
                    </a:lnTo>
                    <a:cubicBezTo>
                      <a:pt x="517017" y="646587"/>
                      <a:pt x="514574" y="641158"/>
                      <a:pt x="506521" y="636272"/>
                    </a:cubicBezTo>
                    <a:cubicBezTo>
                      <a:pt x="496839" y="636860"/>
                      <a:pt x="493582" y="636453"/>
                      <a:pt x="502766" y="632427"/>
                    </a:cubicBezTo>
                    <a:lnTo>
                      <a:pt x="490551" y="620709"/>
                    </a:lnTo>
                    <a:cubicBezTo>
                      <a:pt x="486932" y="617226"/>
                      <a:pt x="496116" y="603472"/>
                      <a:pt x="501454" y="602070"/>
                    </a:cubicBezTo>
                    <a:cubicBezTo>
                      <a:pt x="511543" y="599446"/>
                      <a:pt x="528599" y="597817"/>
                      <a:pt x="535566" y="599491"/>
                    </a:cubicBezTo>
                    <a:cubicBezTo>
                      <a:pt x="516791" y="625278"/>
                      <a:pt x="540181" y="602205"/>
                      <a:pt x="532263" y="641339"/>
                    </a:cubicBezTo>
                    <a:lnTo>
                      <a:pt x="671199" y="657173"/>
                    </a:lnTo>
                    <a:cubicBezTo>
                      <a:pt x="675949" y="655861"/>
                      <a:pt x="677307" y="635865"/>
                      <a:pt x="672240" y="635005"/>
                    </a:cubicBezTo>
                    <a:lnTo>
                      <a:pt x="609400" y="624057"/>
                    </a:lnTo>
                    <a:lnTo>
                      <a:pt x="657446" y="616773"/>
                    </a:lnTo>
                    <a:cubicBezTo>
                      <a:pt x="666630" y="615009"/>
                      <a:pt x="677126" y="612204"/>
                      <a:pt x="685133" y="612113"/>
                    </a:cubicBezTo>
                    <a:cubicBezTo>
                      <a:pt x="691829" y="612023"/>
                      <a:pt x="700153" y="626138"/>
                      <a:pt x="704587" y="631522"/>
                    </a:cubicBezTo>
                    <a:cubicBezTo>
                      <a:pt x="763129" y="648306"/>
                      <a:pt x="712595" y="661064"/>
                      <a:pt x="775389" y="674908"/>
                    </a:cubicBezTo>
                    <a:cubicBezTo>
                      <a:pt x="830041" y="686942"/>
                      <a:pt x="796562" y="689249"/>
                      <a:pt x="836646" y="699474"/>
                    </a:cubicBezTo>
                    <a:cubicBezTo>
                      <a:pt x="850626" y="703048"/>
                      <a:pt x="859312" y="712141"/>
                      <a:pt x="875282" y="704405"/>
                    </a:cubicBezTo>
                    <a:lnTo>
                      <a:pt x="853747" y="686987"/>
                    </a:lnTo>
                    <a:cubicBezTo>
                      <a:pt x="850716" y="684544"/>
                      <a:pt x="845694" y="678165"/>
                      <a:pt x="843839" y="675541"/>
                    </a:cubicBezTo>
                    <a:cubicBezTo>
                      <a:pt x="840763" y="671198"/>
                      <a:pt x="859040" y="657943"/>
                      <a:pt x="893514" y="678527"/>
                    </a:cubicBezTo>
                    <a:cubicBezTo>
                      <a:pt x="910344" y="688571"/>
                      <a:pt x="924821" y="693004"/>
                      <a:pt x="941967" y="699791"/>
                    </a:cubicBezTo>
                    <a:cubicBezTo>
                      <a:pt x="984856" y="716756"/>
                      <a:pt x="1027428" y="736572"/>
                      <a:pt x="1072534" y="744670"/>
                    </a:cubicBezTo>
                    <a:cubicBezTo>
                      <a:pt x="1090766" y="756071"/>
                      <a:pt x="1109993" y="767879"/>
                      <a:pt x="1131528" y="775751"/>
                    </a:cubicBezTo>
                    <a:lnTo>
                      <a:pt x="1200747" y="800950"/>
                    </a:lnTo>
                    <a:lnTo>
                      <a:pt x="1274490" y="827506"/>
                    </a:lnTo>
                    <a:lnTo>
                      <a:pt x="1324708" y="844653"/>
                    </a:lnTo>
                    <a:lnTo>
                      <a:pt x="1421524" y="874195"/>
                    </a:lnTo>
                    <a:cubicBezTo>
                      <a:pt x="1502280" y="898807"/>
                      <a:pt x="1633841" y="917627"/>
                      <a:pt x="1711701" y="902290"/>
                    </a:cubicBezTo>
                    <a:lnTo>
                      <a:pt x="1748799" y="894961"/>
                    </a:lnTo>
                    <a:cubicBezTo>
                      <a:pt x="1788792" y="887044"/>
                      <a:pt x="1763955" y="884510"/>
                      <a:pt x="1822044" y="871074"/>
                    </a:cubicBezTo>
                    <a:cubicBezTo>
                      <a:pt x="1890539" y="855239"/>
                      <a:pt x="1942114" y="821897"/>
                      <a:pt x="1997309" y="778103"/>
                    </a:cubicBezTo>
                    <a:lnTo>
                      <a:pt x="2032868" y="749918"/>
                    </a:lnTo>
                    <a:cubicBezTo>
                      <a:pt x="2066754" y="723045"/>
                      <a:pt x="2070509" y="714404"/>
                      <a:pt x="2095889" y="682463"/>
                    </a:cubicBezTo>
                    <a:lnTo>
                      <a:pt x="2170040" y="589266"/>
                    </a:lnTo>
                    <a:lnTo>
                      <a:pt x="2125975" y="606910"/>
                    </a:lnTo>
                    <a:lnTo>
                      <a:pt x="2154929" y="545654"/>
                    </a:lnTo>
                    <a:close/>
                  </a:path>
                </a:pathLst>
              </a:custGeom>
              <a:solidFill>
                <a:srgbClr val="F4D82F"/>
              </a:solidFill>
              <a:ln w="451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" name="Freeform: Shape 39">
                <a:extLst>
                  <a:ext uri="{FF2B5EF4-FFF2-40B4-BE49-F238E27FC236}">
                    <a16:creationId xmlns:a16="http://schemas.microsoft.com/office/drawing/2014/main" id="{4EF5CF90-A03E-AD01-834C-135BC0E32CB6}"/>
                  </a:ext>
                </a:extLst>
              </p:cNvPr>
              <p:cNvSpPr/>
              <p:nvPr/>
            </p:nvSpPr>
            <p:spPr>
              <a:xfrm>
                <a:off x="7948086" y="3893302"/>
                <a:ext cx="12311" cy="9408"/>
              </a:xfrm>
              <a:custGeom>
                <a:avLst/>
                <a:gdLst>
                  <a:gd name="csX0" fmla="*/ 0 w 12311"/>
                  <a:gd name="csY0" fmla="*/ 1552 h 9408"/>
                  <a:gd name="csX1" fmla="*/ 9863 w 12311"/>
                  <a:gd name="csY1" fmla="*/ 8927 h 9408"/>
                  <a:gd name="csX2" fmla="*/ 12260 w 12311"/>
                  <a:gd name="csY2" fmla="*/ 1009 h 9408"/>
                  <a:gd name="csX3" fmla="*/ 0 w 12311"/>
                  <a:gd name="csY3" fmla="*/ 1552 h 940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2311" h="9408">
                    <a:moveTo>
                      <a:pt x="0" y="1552"/>
                    </a:moveTo>
                    <a:cubicBezTo>
                      <a:pt x="5565" y="6846"/>
                      <a:pt x="9320" y="10827"/>
                      <a:pt x="9863" y="8927"/>
                    </a:cubicBezTo>
                    <a:lnTo>
                      <a:pt x="12260" y="1009"/>
                    </a:lnTo>
                    <a:cubicBezTo>
                      <a:pt x="12848" y="-891"/>
                      <a:pt x="8324" y="240"/>
                      <a:pt x="0" y="1552"/>
                    </a:cubicBezTo>
                    <a:close/>
                  </a:path>
                </a:pathLst>
              </a:custGeom>
              <a:solidFill>
                <a:srgbClr val="F4D82F"/>
              </a:solidFill>
              <a:ln w="451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" name="Oval 40">
                <a:extLst>
                  <a:ext uri="{FF2B5EF4-FFF2-40B4-BE49-F238E27FC236}">
                    <a16:creationId xmlns:a16="http://schemas.microsoft.com/office/drawing/2014/main" id="{05DDEE61-89C2-EB2E-9D34-7EF2D085D294}"/>
                  </a:ext>
                </a:extLst>
              </p:cNvPr>
              <p:cNvSpPr/>
              <p:nvPr/>
            </p:nvSpPr>
            <p:spPr>
              <a:xfrm>
                <a:off x="7453645" y="3073727"/>
                <a:ext cx="4524" cy="4524"/>
              </a:xfrm>
              <a:prstGeom prst="ellipse">
                <a:avLst/>
              </a:prstGeom>
              <a:solidFill>
                <a:srgbClr val="F4D82F"/>
              </a:solidFill>
              <a:ln w="451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" name="Freeform: Shape 41">
                <a:extLst>
                  <a:ext uri="{FF2B5EF4-FFF2-40B4-BE49-F238E27FC236}">
                    <a16:creationId xmlns:a16="http://schemas.microsoft.com/office/drawing/2014/main" id="{970F2B8B-8DD3-6CB4-8A2E-192857ECD8E4}"/>
                  </a:ext>
                </a:extLst>
              </p:cNvPr>
              <p:cNvSpPr/>
              <p:nvPr/>
            </p:nvSpPr>
            <p:spPr>
              <a:xfrm>
                <a:off x="9065770" y="3508847"/>
                <a:ext cx="85441" cy="35127"/>
              </a:xfrm>
              <a:custGeom>
                <a:avLst/>
                <a:gdLst>
                  <a:gd name="csX0" fmla="*/ 15653 w 85441"/>
                  <a:gd name="csY0" fmla="*/ 31225 h 35127"/>
                  <a:gd name="csX1" fmla="*/ 18639 w 85441"/>
                  <a:gd name="csY1" fmla="*/ 35116 h 35127"/>
                  <a:gd name="csX2" fmla="*/ 27009 w 85441"/>
                  <a:gd name="csY2" fmla="*/ 30863 h 35127"/>
                  <a:gd name="csX3" fmla="*/ 71436 w 85441"/>
                  <a:gd name="csY3" fmla="*/ 23127 h 35127"/>
                  <a:gd name="csX4" fmla="*/ 85053 w 85441"/>
                  <a:gd name="csY4" fmla="*/ 12088 h 35127"/>
                  <a:gd name="csX5" fmla="*/ 78131 w 85441"/>
                  <a:gd name="csY5" fmla="*/ 54 h 35127"/>
                  <a:gd name="csX6" fmla="*/ 0 w 85441"/>
                  <a:gd name="csY6" fmla="*/ 11771 h 35127"/>
                  <a:gd name="csX7" fmla="*/ 20132 w 85441"/>
                  <a:gd name="csY7" fmla="*/ 24484 h 35127"/>
                  <a:gd name="csX8" fmla="*/ 15608 w 85441"/>
                  <a:gd name="csY8" fmla="*/ 31270 h 3512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85441" h="35127">
                    <a:moveTo>
                      <a:pt x="15653" y="31225"/>
                    </a:moveTo>
                    <a:cubicBezTo>
                      <a:pt x="15065" y="32130"/>
                      <a:pt x="18504" y="35342"/>
                      <a:pt x="18639" y="35116"/>
                    </a:cubicBezTo>
                    <a:cubicBezTo>
                      <a:pt x="18775" y="34890"/>
                      <a:pt x="25878" y="31044"/>
                      <a:pt x="27009" y="30863"/>
                    </a:cubicBezTo>
                    <a:lnTo>
                      <a:pt x="71436" y="23127"/>
                    </a:lnTo>
                    <a:cubicBezTo>
                      <a:pt x="75372" y="22448"/>
                      <a:pt x="83198" y="15345"/>
                      <a:pt x="85053" y="12088"/>
                    </a:cubicBezTo>
                    <a:cubicBezTo>
                      <a:pt x="86908" y="8831"/>
                      <a:pt x="81706" y="-806"/>
                      <a:pt x="78131" y="54"/>
                    </a:cubicBezTo>
                    <a:cubicBezTo>
                      <a:pt x="57321" y="6071"/>
                      <a:pt x="25154" y="10957"/>
                      <a:pt x="0" y="11771"/>
                    </a:cubicBezTo>
                    <a:lnTo>
                      <a:pt x="20132" y="24484"/>
                    </a:lnTo>
                    <a:lnTo>
                      <a:pt x="15608" y="31270"/>
                    </a:lnTo>
                    <a:close/>
                  </a:path>
                </a:pathLst>
              </a:custGeom>
              <a:solidFill>
                <a:srgbClr val="F4D82F"/>
              </a:solidFill>
              <a:ln w="451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" name="Freeform: Shape 42">
                <a:extLst>
                  <a:ext uri="{FF2B5EF4-FFF2-40B4-BE49-F238E27FC236}">
                    <a16:creationId xmlns:a16="http://schemas.microsoft.com/office/drawing/2014/main" id="{B471BCDE-F6A7-4D79-98E1-BD5BFE6E7903}"/>
                  </a:ext>
                </a:extLst>
              </p:cNvPr>
              <p:cNvSpPr/>
              <p:nvPr/>
            </p:nvSpPr>
            <p:spPr>
              <a:xfrm>
                <a:off x="9157021" y="3485560"/>
                <a:ext cx="79695" cy="35274"/>
              </a:xfrm>
              <a:custGeom>
                <a:avLst/>
                <a:gdLst>
                  <a:gd name="csX0" fmla="*/ 34067 w 79695"/>
                  <a:gd name="csY0" fmla="*/ 29042 h 35274"/>
                  <a:gd name="csX1" fmla="*/ 79308 w 79695"/>
                  <a:gd name="csY1" fmla="*/ 10720 h 35274"/>
                  <a:gd name="csX2" fmla="*/ 71888 w 79695"/>
                  <a:gd name="csY2" fmla="*/ 43 h 35274"/>
                  <a:gd name="csX3" fmla="*/ 59718 w 79695"/>
                  <a:gd name="csY3" fmla="*/ 3074 h 35274"/>
                  <a:gd name="csX4" fmla="*/ 0 w 79695"/>
                  <a:gd name="csY4" fmla="*/ 21985 h 35274"/>
                  <a:gd name="csX5" fmla="*/ 34067 w 79695"/>
                  <a:gd name="csY5" fmla="*/ 29042 h 3527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</a:cxnLst>
                <a:rect l="l" t="t" r="r" b="b"/>
                <a:pathLst>
                  <a:path w="79695" h="35274">
                    <a:moveTo>
                      <a:pt x="34067" y="29042"/>
                    </a:moveTo>
                    <a:cubicBezTo>
                      <a:pt x="58361" y="16239"/>
                      <a:pt x="66595" y="28183"/>
                      <a:pt x="79308" y="10720"/>
                    </a:cubicBezTo>
                    <a:cubicBezTo>
                      <a:pt x="81298" y="8005"/>
                      <a:pt x="75146" y="-681"/>
                      <a:pt x="71888" y="43"/>
                    </a:cubicBezTo>
                    <a:cubicBezTo>
                      <a:pt x="69129" y="631"/>
                      <a:pt x="62297" y="2260"/>
                      <a:pt x="59718" y="3074"/>
                    </a:cubicBezTo>
                    <a:lnTo>
                      <a:pt x="0" y="21985"/>
                    </a:lnTo>
                    <a:cubicBezTo>
                      <a:pt x="6424" y="41393"/>
                      <a:pt x="21535" y="35648"/>
                      <a:pt x="34067" y="29042"/>
                    </a:cubicBezTo>
                    <a:close/>
                  </a:path>
                </a:pathLst>
              </a:custGeom>
              <a:solidFill>
                <a:srgbClr val="F4D82F"/>
              </a:solidFill>
              <a:ln w="451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" name="Freeform: Shape 43">
                <a:extLst>
                  <a:ext uri="{FF2B5EF4-FFF2-40B4-BE49-F238E27FC236}">
                    <a16:creationId xmlns:a16="http://schemas.microsoft.com/office/drawing/2014/main" id="{745526BF-65D9-2A35-CA20-576448D65E3F}"/>
                  </a:ext>
                </a:extLst>
              </p:cNvPr>
              <p:cNvSpPr/>
              <p:nvPr/>
            </p:nvSpPr>
            <p:spPr>
              <a:xfrm>
                <a:off x="7715492" y="3278516"/>
                <a:ext cx="42719" cy="31822"/>
              </a:xfrm>
              <a:custGeom>
                <a:avLst/>
                <a:gdLst>
                  <a:gd name="csX0" fmla="*/ 11636 w 42719"/>
                  <a:gd name="csY0" fmla="*/ 31686 h 31822"/>
                  <a:gd name="csX1" fmla="*/ 30864 w 42719"/>
                  <a:gd name="csY1" fmla="*/ 26031 h 31822"/>
                  <a:gd name="csX2" fmla="*/ 42717 w 42719"/>
                  <a:gd name="csY2" fmla="*/ 10242 h 31822"/>
                  <a:gd name="csX3" fmla="*/ 26159 w 42719"/>
                  <a:gd name="csY3" fmla="*/ 17 h 31822"/>
                  <a:gd name="csX4" fmla="*/ 326 w 42719"/>
                  <a:gd name="csY4" fmla="*/ 16802 h 31822"/>
                  <a:gd name="csX5" fmla="*/ 11636 w 42719"/>
                  <a:gd name="csY5" fmla="*/ 31731 h 3182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</a:cxnLst>
                <a:rect l="l" t="t" r="r" b="b"/>
                <a:pathLst>
                  <a:path w="42719" h="31822">
                    <a:moveTo>
                      <a:pt x="11636" y="31686"/>
                    </a:moveTo>
                    <a:lnTo>
                      <a:pt x="30864" y="26031"/>
                    </a:lnTo>
                    <a:cubicBezTo>
                      <a:pt x="35252" y="24764"/>
                      <a:pt x="42536" y="14766"/>
                      <a:pt x="42717" y="10242"/>
                    </a:cubicBezTo>
                    <a:cubicBezTo>
                      <a:pt x="42898" y="5717"/>
                      <a:pt x="32945" y="469"/>
                      <a:pt x="26159" y="17"/>
                    </a:cubicBezTo>
                    <a:cubicBezTo>
                      <a:pt x="18965" y="-481"/>
                      <a:pt x="4036" y="10015"/>
                      <a:pt x="326" y="16802"/>
                    </a:cubicBezTo>
                    <a:cubicBezTo>
                      <a:pt x="-1846" y="20692"/>
                      <a:pt x="7384" y="32998"/>
                      <a:pt x="11636" y="31731"/>
                    </a:cubicBezTo>
                    <a:close/>
                  </a:path>
                </a:pathLst>
              </a:custGeom>
              <a:solidFill>
                <a:srgbClr val="F4D82F"/>
              </a:solidFill>
              <a:ln w="451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5" name="Freeform: Shape 44">
                <a:extLst>
                  <a:ext uri="{FF2B5EF4-FFF2-40B4-BE49-F238E27FC236}">
                    <a16:creationId xmlns:a16="http://schemas.microsoft.com/office/drawing/2014/main" id="{79175444-77E2-1C1C-CD9F-2806A35DA5A5}"/>
                  </a:ext>
                </a:extLst>
              </p:cNvPr>
              <p:cNvSpPr/>
              <p:nvPr/>
            </p:nvSpPr>
            <p:spPr>
              <a:xfrm>
                <a:off x="7828695" y="3232448"/>
                <a:ext cx="1199162" cy="320518"/>
              </a:xfrm>
              <a:custGeom>
                <a:avLst/>
                <a:gdLst>
                  <a:gd name="csX0" fmla="*/ 10994 w 1199162"/>
                  <a:gd name="csY0" fmla="*/ 24279 h 320518"/>
                  <a:gd name="csX1" fmla="*/ 0 w 1199162"/>
                  <a:gd name="csY1" fmla="*/ 30658 h 320518"/>
                  <a:gd name="csX2" fmla="*/ 18232 w 1199162"/>
                  <a:gd name="csY2" fmla="*/ 36992 h 320518"/>
                  <a:gd name="csX3" fmla="*/ 27054 w 1199162"/>
                  <a:gd name="csY3" fmla="*/ 40656 h 320518"/>
                  <a:gd name="csX4" fmla="*/ 27054 w 1199162"/>
                  <a:gd name="csY4" fmla="*/ 49343 h 320518"/>
                  <a:gd name="csX5" fmla="*/ 21490 w 1199162"/>
                  <a:gd name="csY5" fmla="*/ 50474 h 320518"/>
                  <a:gd name="csX6" fmla="*/ 18368 w 1199162"/>
                  <a:gd name="csY6" fmla="*/ 56400 h 320518"/>
                  <a:gd name="csX7" fmla="*/ 27235 w 1199162"/>
                  <a:gd name="csY7" fmla="*/ 58481 h 320518"/>
                  <a:gd name="csX8" fmla="*/ 44517 w 1199162"/>
                  <a:gd name="csY8" fmla="*/ 56355 h 320518"/>
                  <a:gd name="csX9" fmla="*/ 48272 w 1199162"/>
                  <a:gd name="csY9" fmla="*/ 42285 h 320518"/>
                  <a:gd name="csX10" fmla="*/ 132150 w 1199162"/>
                  <a:gd name="csY10" fmla="*/ 63187 h 320518"/>
                  <a:gd name="csX11" fmla="*/ 160878 w 1199162"/>
                  <a:gd name="csY11" fmla="*/ 57667 h 320518"/>
                  <a:gd name="csX12" fmla="*/ 165899 w 1199162"/>
                  <a:gd name="csY12" fmla="*/ 38847 h 320518"/>
                  <a:gd name="csX13" fmla="*/ 178386 w 1199162"/>
                  <a:gd name="csY13" fmla="*/ 65991 h 320518"/>
                  <a:gd name="csX14" fmla="*/ 254889 w 1199162"/>
                  <a:gd name="csY14" fmla="*/ 47262 h 320518"/>
                  <a:gd name="csX15" fmla="*/ 326868 w 1199162"/>
                  <a:gd name="csY15" fmla="*/ 74587 h 320518"/>
                  <a:gd name="csX16" fmla="*/ 346774 w 1199162"/>
                  <a:gd name="csY16" fmla="*/ 86033 h 320518"/>
                  <a:gd name="csX17" fmla="*/ 364915 w 1199162"/>
                  <a:gd name="csY17" fmla="*/ 72280 h 320518"/>
                  <a:gd name="csX18" fmla="*/ 455624 w 1199162"/>
                  <a:gd name="csY18" fmla="*/ 109287 h 320518"/>
                  <a:gd name="csX19" fmla="*/ 500594 w 1199162"/>
                  <a:gd name="csY19" fmla="*/ 112816 h 320518"/>
                  <a:gd name="csX20" fmla="*/ 572482 w 1199162"/>
                  <a:gd name="csY20" fmla="*/ 143173 h 320518"/>
                  <a:gd name="csX21" fmla="*/ 640751 w 1199162"/>
                  <a:gd name="csY21" fmla="*/ 163079 h 320518"/>
                  <a:gd name="csX22" fmla="*/ 707029 w 1199162"/>
                  <a:gd name="csY22" fmla="*/ 185247 h 320518"/>
                  <a:gd name="csX23" fmla="*/ 727116 w 1199162"/>
                  <a:gd name="csY23" fmla="*/ 211487 h 320518"/>
                  <a:gd name="csX24" fmla="*/ 775660 w 1199162"/>
                  <a:gd name="csY24" fmla="*/ 204520 h 320518"/>
                  <a:gd name="csX25" fmla="*/ 761500 w 1199162"/>
                  <a:gd name="csY25" fmla="*/ 221259 h 320518"/>
                  <a:gd name="csX26" fmla="*/ 844698 w 1199162"/>
                  <a:gd name="csY26" fmla="*/ 233565 h 320518"/>
                  <a:gd name="csX27" fmla="*/ 839586 w 1199162"/>
                  <a:gd name="csY27" fmla="*/ 246730 h 320518"/>
                  <a:gd name="csX28" fmla="*/ 862026 w 1199162"/>
                  <a:gd name="csY28" fmla="*/ 256276 h 320518"/>
                  <a:gd name="csX29" fmla="*/ 886049 w 1199162"/>
                  <a:gd name="csY29" fmla="*/ 243473 h 320518"/>
                  <a:gd name="csX30" fmla="*/ 888356 w 1199162"/>
                  <a:gd name="csY30" fmla="*/ 259307 h 320518"/>
                  <a:gd name="csX31" fmla="*/ 904371 w 1199162"/>
                  <a:gd name="csY31" fmla="*/ 260529 h 320518"/>
                  <a:gd name="csX32" fmla="*/ 936493 w 1199162"/>
                  <a:gd name="csY32" fmla="*/ 276815 h 320518"/>
                  <a:gd name="csX33" fmla="*/ 976395 w 1199162"/>
                  <a:gd name="csY33" fmla="*/ 292016 h 320518"/>
                  <a:gd name="csX34" fmla="*/ 968388 w 1199162"/>
                  <a:gd name="csY34" fmla="*/ 265867 h 320518"/>
                  <a:gd name="csX35" fmla="*/ 1015212 w 1199162"/>
                  <a:gd name="csY35" fmla="*/ 281023 h 320518"/>
                  <a:gd name="csX36" fmla="*/ 1123158 w 1199162"/>
                  <a:gd name="csY36" fmla="*/ 294821 h 320518"/>
                  <a:gd name="csX37" fmla="*/ 1164915 w 1199162"/>
                  <a:gd name="csY37" fmla="*/ 296269 h 320518"/>
                  <a:gd name="csX38" fmla="*/ 1171792 w 1199162"/>
                  <a:gd name="csY38" fmla="*/ 320518 h 320518"/>
                  <a:gd name="csX39" fmla="*/ 1177131 w 1199162"/>
                  <a:gd name="csY39" fmla="*/ 305996 h 320518"/>
                  <a:gd name="csX40" fmla="*/ 1198937 w 1199162"/>
                  <a:gd name="csY40" fmla="*/ 295998 h 320518"/>
                  <a:gd name="csX41" fmla="*/ 1188667 w 1199162"/>
                  <a:gd name="csY41" fmla="*/ 289619 h 320518"/>
                  <a:gd name="csX42" fmla="*/ 891930 w 1199162"/>
                  <a:gd name="csY42" fmla="*/ 226960 h 320518"/>
                  <a:gd name="csX43" fmla="*/ 681106 w 1199162"/>
                  <a:gd name="csY43" fmla="*/ 146792 h 320518"/>
                  <a:gd name="csX44" fmla="*/ 434677 w 1199162"/>
                  <a:gd name="csY44" fmla="*/ 53867 h 320518"/>
                  <a:gd name="csX45" fmla="*/ 68812 w 1199162"/>
                  <a:gd name="csY45" fmla="*/ 4328 h 320518"/>
                  <a:gd name="csX46" fmla="*/ 11084 w 1199162"/>
                  <a:gd name="csY46" fmla="*/ 24189 h 32051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  <a:cxn ang="0">
                    <a:pos x="csX29" y="csY29"/>
                  </a:cxn>
                  <a:cxn ang="0">
                    <a:pos x="csX30" y="csY30"/>
                  </a:cxn>
                  <a:cxn ang="0">
                    <a:pos x="csX31" y="csY31"/>
                  </a:cxn>
                  <a:cxn ang="0">
                    <a:pos x="csX32" y="csY32"/>
                  </a:cxn>
                  <a:cxn ang="0">
                    <a:pos x="csX33" y="csY33"/>
                  </a:cxn>
                  <a:cxn ang="0">
                    <a:pos x="csX34" y="csY34"/>
                  </a:cxn>
                  <a:cxn ang="0">
                    <a:pos x="csX35" y="csY35"/>
                  </a:cxn>
                  <a:cxn ang="0">
                    <a:pos x="csX36" y="csY36"/>
                  </a:cxn>
                  <a:cxn ang="0">
                    <a:pos x="csX37" y="csY37"/>
                  </a:cxn>
                  <a:cxn ang="0">
                    <a:pos x="csX38" y="csY38"/>
                  </a:cxn>
                  <a:cxn ang="0">
                    <a:pos x="csX39" y="csY39"/>
                  </a:cxn>
                  <a:cxn ang="0">
                    <a:pos x="csX40" y="csY40"/>
                  </a:cxn>
                  <a:cxn ang="0">
                    <a:pos x="csX41" y="csY41"/>
                  </a:cxn>
                  <a:cxn ang="0">
                    <a:pos x="csX42" y="csY42"/>
                  </a:cxn>
                  <a:cxn ang="0">
                    <a:pos x="csX43" y="csY43"/>
                  </a:cxn>
                  <a:cxn ang="0">
                    <a:pos x="csX44" y="csY44"/>
                  </a:cxn>
                  <a:cxn ang="0">
                    <a:pos x="csX45" y="csY45"/>
                  </a:cxn>
                  <a:cxn ang="0">
                    <a:pos x="csX46" y="csY46"/>
                  </a:cxn>
                </a:cxnLst>
                <a:rect l="l" t="t" r="r" b="b"/>
                <a:pathLst>
                  <a:path w="1199162" h="320518">
                    <a:moveTo>
                      <a:pt x="10994" y="24279"/>
                    </a:moveTo>
                    <a:lnTo>
                      <a:pt x="0" y="30658"/>
                    </a:lnTo>
                    <a:lnTo>
                      <a:pt x="18232" y="36992"/>
                    </a:lnTo>
                    <a:cubicBezTo>
                      <a:pt x="18232" y="36992"/>
                      <a:pt x="25290" y="40656"/>
                      <a:pt x="27054" y="40656"/>
                    </a:cubicBezTo>
                    <a:lnTo>
                      <a:pt x="27054" y="49343"/>
                    </a:lnTo>
                    <a:lnTo>
                      <a:pt x="21490" y="50474"/>
                    </a:lnTo>
                    <a:cubicBezTo>
                      <a:pt x="20042" y="50790"/>
                      <a:pt x="16920" y="56038"/>
                      <a:pt x="18368" y="56400"/>
                    </a:cubicBezTo>
                    <a:cubicBezTo>
                      <a:pt x="19816" y="56762"/>
                      <a:pt x="25833" y="58662"/>
                      <a:pt x="27235" y="58481"/>
                    </a:cubicBezTo>
                    <a:lnTo>
                      <a:pt x="44517" y="56355"/>
                    </a:lnTo>
                    <a:cubicBezTo>
                      <a:pt x="48408" y="55857"/>
                      <a:pt x="47729" y="48393"/>
                      <a:pt x="48272" y="42285"/>
                    </a:cubicBezTo>
                    <a:cubicBezTo>
                      <a:pt x="82701" y="34232"/>
                      <a:pt x="62207" y="55631"/>
                      <a:pt x="132150" y="63187"/>
                    </a:cubicBezTo>
                    <a:lnTo>
                      <a:pt x="160878" y="57667"/>
                    </a:lnTo>
                    <a:lnTo>
                      <a:pt x="165899" y="38847"/>
                    </a:lnTo>
                    <a:lnTo>
                      <a:pt x="178386" y="65991"/>
                    </a:lnTo>
                    <a:cubicBezTo>
                      <a:pt x="217701" y="65132"/>
                      <a:pt x="224306" y="35499"/>
                      <a:pt x="254889" y="47262"/>
                    </a:cubicBezTo>
                    <a:cubicBezTo>
                      <a:pt x="261177" y="76171"/>
                      <a:pt x="310355" y="73140"/>
                      <a:pt x="326868" y="74587"/>
                    </a:cubicBezTo>
                    <a:cubicBezTo>
                      <a:pt x="331754" y="77528"/>
                      <a:pt x="341978" y="83907"/>
                      <a:pt x="346774" y="86033"/>
                    </a:cubicBezTo>
                    <a:cubicBezTo>
                      <a:pt x="351569" y="88160"/>
                      <a:pt x="359803" y="78433"/>
                      <a:pt x="364915" y="72280"/>
                    </a:cubicBezTo>
                    <a:cubicBezTo>
                      <a:pt x="401470" y="123764"/>
                      <a:pt x="429701" y="56988"/>
                      <a:pt x="455624" y="109287"/>
                    </a:cubicBezTo>
                    <a:cubicBezTo>
                      <a:pt x="464898" y="127972"/>
                      <a:pt x="488017" y="120688"/>
                      <a:pt x="500594" y="112816"/>
                    </a:cubicBezTo>
                    <a:cubicBezTo>
                      <a:pt x="515478" y="130505"/>
                      <a:pt x="543075" y="131682"/>
                      <a:pt x="572482" y="143173"/>
                    </a:cubicBezTo>
                    <a:cubicBezTo>
                      <a:pt x="595510" y="152131"/>
                      <a:pt x="616773" y="156519"/>
                      <a:pt x="640751" y="163079"/>
                    </a:cubicBezTo>
                    <a:cubicBezTo>
                      <a:pt x="660748" y="168553"/>
                      <a:pt x="680473" y="191083"/>
                      <a:pt x="707029" y="185247"/>
                    </a:cubicBezTo>
                    <a:cubicBezTo>
                      <a:pt x="715580" y="183347"/>
                      <a:pt x="724357" y="200855"/>
                      <a:pt x="727116" y="211487"/>
                    </a:cubicBezTo>
                    <a:lnTo>
                      <a:pt x="775660" y="204520"/>
                    </a:lnTo>
                    <a:lnTo>
                      <a:pt x="761500" y="221259"/>
                    </a:lnTo>
                    <a:cubicBezTo>
                      <a:pt x="808777" y="236008"/>
                      <a:pt x="806107" y="224969"/>
                      <a:pt x="844698" y="233565"/>
                    </a:cubicBezTo>
                    <a:cubicBezTo>
                      <a:pt x="847729" y="234243"/>
                      <a:pt x="841260" y="242794"/>
                      <a:pt x="839586" y="246730"/>
                    </a:cubicBezTo>
                    <a:cubicBezTo>
                      <a:pt x="836917" y="253109"/>
                      <a:pt x="856144" y="259443"/>
                      <a:pt x="862026" y="256276"/>
                    </a:cubicBezTo>
                    <a:lnTo>
                      <a:pt x="886049" y="243473"/>
                    </a:lnTo>
                    <a:lnTo>
                      <a:pt x="888356" y="259307"/>
                    </a:lnTo>
                    <a:cubicBezTo>
                      <a:pt x="888899" y="263153"/>
                      <a:pt x="900300" y="262293"/>
                      <a:pt x="904371" y="260529"/>
                    </a:cubicBezTo>
                    <a:cubicBezTo>
                      <a:pt x="919120" y="253969"/>
                      <a:pt x="930611" y="263017"/>
                      <a:pt x="936493" y="276815"/>
                    </a:cubicBezTo>
                    <a:lnTo>
                      <a:pt x="976395" y="292016"/>
                    </a:lnTo>
                    <a:lnTo>
                      <a:pt x="968388" y="265867"/>
                    </a:lnTo>
                    <a:lnTo>
                      <a:pt x="1015212" y="281023"/>
                    </a:lnTo>
                    <a:lnTo>
                      <a:pt x="1123158" y="294821"/>
                    </a:lnTo>
                    <a:cubicBezTo>
                      <a:pt x="1135780" y="296450"/>
                      <a:pt x="1152067" y="295998"/>
                      <a:pt x="1164915" y="296269"/>
                    </a:cubicBezTo>
                    <a:lnTo>
                      <a:pt x="1171792" y="320518"/>
                    </a:lnTo>
                    <a:lnTo>
                      <a:pt x="1177131" y="305996"/>
                    </a:lnTo>
                    <a:cubicBezTo>
                      <a:pt x="1179845" y="298622"/>
                      <a:pt x="1184957" y="309253"/>
                      <a:pt x="1198937" y="295998"/>
                    </a:cubicBezTo>
                    <a:cubicBezTo>
                      <a:pt x="1200701" y="294324"/>
                      <a:pt x="1191653" y="289754"/>
                      <a:pt x="1188667" y="289619"/>
                    </a:cubicBezTo>
                    <a:cubicBezTo>
                      <a:pt x="1088639" y="285095"/>
                      <a:pt x="985670" y="262610"/>
                      <a:pt x="891930" y="226960"/>
                    </a:cubicBezTo>
                    <a:lnTo>
                      <a:pt x="681106" y="146792"/>
                    </a:lnTo>
                    <a:cubicBezTo>
                      <a:pt x="598088" y="115214"/>
                      <a:pt x="519324" y="81554"/>
                      <a:pt x="434677" y="53867"/>
                    </a:cubicBezTo>
                    <a:cubicBezTo>
                      <a:pt x="322343" y="17086"/>
                      <a:pt x="186665" y="-11145"/>
                      <a:pt x="68812" y="4328"/>
                    </a:cubicBezTo>
                    <a:cubicBezTo>
                      <a:pt x="-15111" y="12516"/>
                      <a:pt x="18368" y="19981"/>
                      <a:pt x="11084" y="24189"/>
                    </a:cubicBezTo>
                    <a:close/>
                  </a:path>
                </a:pathLst>
              </a:custGeom>
              <a:solidFill>
                <a:srgbClr val="F4D82F"/>
              </a:solidFill>
              <a:ln w="451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</p:grpSp>
      </p:grpSp>
      <p:sp>
        <p:nvSpPr>
          <p:cNvPr id="27" name="Rectangle: Diagonal Corners Snipped 26">
            <a:extLst>
              <a:ext uri="{FF2B5EF4-FFF2-40B4-BE49-F238E27FC236}">
                <a16:creationId xmlns:a16="http://schemas.microsoft.com/office/drawing/2014/main" id="{B213789F-CF74-B7A9-F340-96D171B5DCC0}"/>
              </a:ext>
            </a:extLst>
          </p:cNvPr>
          <p:cNvSpPr/>
          <p:nvPr/>
        </p:nvSpPr>
        <p:spPr>
          <a:xfrm>
            <a:off x="234316" y="3943070"/>
            <a:ext cx="6256468" cy="919532"/>
          </a:xfrm>
          <a:prstGeom prst="snip2DiagRect">
            <a:avLst>
              <a:gd name="adj1" fmla="val 0"/>
              <a:gd name="adj2" fmla="val 12414"/>
            </a:avLst>
          </a:prstGeom>
          <a:solidFill>
            <a:srgbClr val="BCBA8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uk-UA" sz="1200" b="1" dirty="0">
                <a:solidFill>
                  <a:srgbClr val="1A1A1A"/>
                </a:solidFill>
                <a:latin typeface="e-Ukraine" panose="00000500000000000000" pitchFamily="50" charset="-52"/>
              </a:rPr>
              <a:t>Логотипи у векторному форматі. Це означає, що їх </a:t>
            </a:r>
            <a:br>
              <a:rPr lang="uk-UA" sz="1200" b="1" dirty="0">
                <a:solidFill>
                  <a:srgbClr val="1A1A1A"/>
                </a:solidFill>
                <a:latin typeface="e-Ukraine" panose="00000500000000000000" pitchFamily="50" charset="-52"/>
              </a:rPr>
            </a:br>
            <a:r>
              <a:rPr lang="uk-UA" sz="1200" b="1" dirty="0">
                <a:solidFill>
                  <a:srgbClr val="1A1A1A"/>
                </a:solidFill>
                <a:latin typeface="e-Ukraine" panose="00000500000000000000" pitchFamily="50" charset="-52"/>
              </a:rPr>
              <a:t>розмір можна змінювати без втрати якості.</a:t>
            </a:r>
          </a:p>
          <a:p>
            <a:r>
              <a:rPr lang="uk-UA" sz="1200" b="1" dirty="0">
                <a:solidFill>
                  <a:srgbClr val="1A1A1A"/>
                </a:solidFill>
                <a:latin typeface="e-Ukraine" panose="00000500000000000000" pitchFamily="50" charset="-52"/>
              </a:rPr>
              <a:t>Або змінювати їх колір через контекстне меню</a:t>
            </a:r>
            <a:br>
              <a:rPr lang="uk-UA" sz="1200" b="1" dirty="0">
                <a:solidFill>
                  <a:srgbClr val="1A1A1A"/>
                </a:solidFill>
                <a:latin typeface="e-Ukraine" panose="00000500000000000000" pitchFamily="50" charset="-52"/>
              </a:rPr>
            </a:br>
            <a:r>
              <a:rPr lang="uk-UA" sz="1200" b="1" dirty="0">
                <a:solidFill>
                  <a:srgbClr val="1A1A1A"/>
                </a:solidFill>
                <a:latin typeface="e-Ukraine" panose="00000500000000000000" pitchFamily="50" charset="-52"/>
              </a:rPr>
              <a:t>(клік правою кнопкою на об’єкті)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25C5FBD7-0413-66D9-E055-60DA0C49972F}"/>
              </a:ext>
            </a:extLst>
          </p:cNvPr>
          <p:cNvPicPr>
            <a:picLocks noChangeAspect="1"/>
          </p:cNvPicPr>
          <p:nvPr/>
        </p:nvPicPr>
        <p:blipFill>
          <a:blip r:embed="rId23"/>
          <a:srcRect t="15633" b="16226"/>
          <a:stretch>
            <a:fillRect/>
          </a:stretch>
        </p:blipFill>
        <p:spPr>
          <a:xfrm>
            <a:off x="5670817" y="3877540"/>
            <a:ext cx="3133445" cy="1104202"/>
          </a:xfrm>
          <a:prstGeom prst="rect">
            <a:avLst/>
          </a:prstGeom>
          <a:ln w="57150">
            <a:solidFill>
              <a:srgbClr val="BCBA87"/>
            </a:solidFill>
          </a:ln>
        </p:spPr>
      </p:pic>
      <p:sp>
        <p:nvSpPr>
          <p:cNvPr id="28" name="Rectangle: Diagonal Corners Snipped 27">
            <a:extLst>
              <a:ext uri="{FF2B5EF4-FFF2-40B4-BE49-F238E27FC236}">
                <a16:creationId xmlns:a16="http://schemas.microsoft.com/office/drawing/2014/main" id="{AEA53BDB-E174-5DA6-4350-F9532D2CDDC0}"/>
              </a:ext>
            </a:extLst>
          </p:cNvPr>
          <p:cNvSpPr/>
          <p:nvPr/>
        </p:nvSpPr>
        <p:spPr>
          <a:xfrm>
            <a:off x="7050851" y="4254500"/>
            <a:ext cx="458640" cy="570002"/>
          </a:xfrm>
          <a:prstGeom prst="snip2DiagRect">
            <a:avLst/>
          </a:prstGeom>
          <a:noFill/>
          <a:ln>
            <a:solidFill>
              <a:srgbClr val="F4D82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27549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Rectangle: Diagonal Corners Snipped 57">
            <a:extLst>
              <a:ext uri="{FF2B5EF4-FFF2-40B4-BE49-F238E27FC236}">
                <a16:creationId xmlns:a16="http://schemas.microsoft.com/office/drawing/2014/main" id="{F5C97A44-F1E8-E08F-8467-42390ACB981E}"/>
              </a:ext>
            </a:extLst>
          </p:cNvPr>
          <p:cNvSpPr/>
          <p:nvPr/>
        </p:nvSpPr>
        <p:spPr>
          <a:xfrm>
            <a:off x="234316" y="3847371"/>
            <a:ext cx="6256468" cy="919532"/>
          </a:xfrm>
          <a:prstGeom prst="snip2DiagRect">
            <a:avLst>
              <a:gd name="adj1" fmla="val 0"/>
              <a:gd name="adj2" fmla="val 12414"/>
            </a:avLst>
          </a:prstGeom>
          <a:solidFill>
            <a:srgbClr val="BCBA8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uk-UA" sz="1200" b="1" dirty="0">
                <a:solidFill>
                  <a:srgbClr val="1A1A1A"/>
                </a:solidFill>
                <a:latin typeface="e-Ukraine" panose="00000500000000000000" pitchFamily="50" charset="-52"/>
              </a:rPr>
              <a:t>Великий вибір іконок доступний </a:t>
            </a:r>
            <a:br>
              <a:rPr lang="en-US" sz="1200" b="1" dirty="0">
                <a:solidFill>
                  <a:srgbClr val="1A1A1A"/>
                </a:solidFill>
                <a:latin typeface="e-Ukraine" panose="00000500000000000000" pitchFamily="50" charset="-52"/>
              </a:rPr>
            </a:br>
            <a:r>
              <a:rPr lang="uk-UA" sz="1200" b="1" dirty="0">
                <a:solidFill>
                  <a:srgbClr val="1A1A1A"/>
                </a:solidFill>
                <a:latin typeface="e-Ukraine" panose="00000500000000000000" pitchFamily="50" charset="-52"/>
              </a:rPr>
              <a:t>в верхньому меню програми </a:t>
            </a:r>
            <a:r>
              <a:rPr lang="en-US" sz="1200" b="1" dirty="0">
                <a:solidFill>
                  <a:srgbClr val="1A1A1A"/>
                </a:solidFill>
                <a:latin typeface="e-Ukraine" panose="00000500000000000000" pitchFamily="50" charset="-52"/>
              </a:rPr>
              <a:t>PowerPoint.</a:t>
            </a:r>
          </a:p>
          <a:p>
            <a:r>
              <a:rPr lang="uk-UA" sz="1200" b="1" dirty="0">
                <a:solidFill>
                  <a:srgbClr val="1A1A1A"/>
                </a:solidFill>
                <a:latin typeface="e-Ukraine" panose="00000500000000000000" pitchFamily="50" charset="-52"/>
              </a:rPr>
              <a:t>Обирати рекомендовано в такому стилі, </a:t>
            </a:r>
            <a:br>
              <a:rPr lang="uk-UA" sz="1200" b="1" dirty="0">
                <a:solidFill>
                  <a:srgbClr val="1A1A1A"/>
                </a:solidFill>
                <a:latin typeface="e-Ukraine" panose="00000500000000000000" pitchFamily="50" charset="-52"/>
              </a:rPr>
            </a:br>
            <a:r>
              <a:rPr lang="uk-UA" sz="1200" b="1" dirty="0">
                <a:solidFill>
                  <a:srgbClr val="1A1A1A"/>
                </a:solidFill>
                <a:latin typeface="e-Ukraine" panose="00000500000000000000" pitchFamily="50" charset="-52"/>
              </a:rPr>
              <a:t>як показано на</a:t>
            </a:r>
            <a:r>
              <a:rPr lang="en-US" sz="1200" b="1" dirty="0">
                <a:solidFill>
                  <a:srgbClr val="1A1A1A"/>
                </a:solidFill>
                <a:latin typeface="e-Ukraine" panose="00000500000000000000" pitchFamily="50" charset="-52"/>
              </a:rPr>
              <a:t> </a:t>
            </a:r>
            <a:r>
              <a:rPr lang="uk-UA" sz="1200" b="1" dirty="0">
                <a:solidFill>
                  <a:srgbClr val="1A1A1A"/>
                </a:solidFill>
                <a:latin typeface="e-Ukraine" panose="00000500000000000000" pitchFamily="50" charset="-52"/>
              </a:rPr>
              <a:t>слайді – намальовані лініями.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3600E40B-B4A2-D901-3D09-D0FD41E8899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181873" y="197455"/>
            <a:ext cx="727811" cy="256081"/>
          </a:xfrm>
          <a:prstGeom prst="rect">
            <a:avLst/>
          </a:prstGeom>
        </p:spPr>
      </p:pic>
      <p:sp>
        <p:nvSpPr>
          <p:cNvPr id="6" name="Text 0">
            <a:extLst>
              <a:ext uri="{FF2B5EF4-FFF2-40B4-BE49-F238E27FC236}">
                <a16:creationId xmlns:a16="http://schemas.microsoft.com/office/drawing/2014/main" id="{F55F90BD-8DB5-AEA1-469E-085739EACA61}"/>
              </a:ext>
            </a:extLst>
          </p:cNvPr>
          <p:cNvSpPr/>
          <p:nvPr/>
        </p:nvSpPr>
        <p:spPr>
          <a:xfrm>
            <a:off x="234315" y="107731"/>
            <a:ext cx="5859133" cy="5780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uk-UA" sz="2000" kern="0" spc="-70" dirty="0">
                <a:solidFill>
                  <a:srgbClr val="1A1A1A"/>
                </a:solidFill>
                <a:latin typeface="e-Ukraine Head Bold" panose="00000800000000000000" pitchFamily="50" charset="-52"/>
                <a:ea typeface="e-Ukraine Head" pitchFamily="34" charset="-122"/>
                <a:cs typeface="e-Ukraine Head" pitchFamily="34" charset="-120"/>
              </a:rPr>
              <a:t>Базовий набір іконок</a:t>
            </a:r>
            <a:endParaRPr lang="en-US" sz="2000" kern="0" spc="-70" dirty="0">
              <a:solidFill>
                <a:srgbClr val="1A1A1A"/>
              </a:solidFill>
              <a:latin typeface="e-Ukraine Head Bold" panose="00000800000000000000" pitchFamily="50" charset="-52"/>
              <a:ea typeface="e-Ukraine Head" pitchFamily="34" charset="-122"/>
              <a:cs typeface="e-Ukraine Head" pitchFamily="34" charset="-120"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B95BAFEA-BC7A-2776-75B7-C381D15CE4A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90784" y="197455"/>
            <a:ext cx="1493513" cy="274319"/>
          </a:xfrm>
          <a:prstGeom prst="rect">
            <a:avLst/>
          </a:prstGeom>
        </p:spPr>
      </p:pic>
      <p:pic>
        <p:nvPicPr>
          <p:cNvPr id="36" name="Graphic 35">
            <a:extLst>
              <a:ext uri="{FF2B5EF4-FFF2-40B4-BE49-F238E27FC236}">
                <a16:creationId xmlns:a16="http://schemas.microsoft.com/office/drawing/2014/main" id="{A472498C-B83D-3514-8B68-BF42BBA532B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037951" y="2897233"/>
            <a:ext cx="458640" cy="458640"/>
          </a:xfrm>
          <a:prstGeom prst="rect">
            <a:avLst/>
          </a:prstGeom>
        </p:spPr>
      </p:pic>
      <p:pic>
        <p:nvPicPr>
          <p:cNvPr id="37" name="Graphic 36">
            <a:extLst>
              <a:ext uri="{FF2B5EF4-FFF2-40B4-BE49-F238E27FC236}">
                <a16:creationId xmlns:a16="http://schemas.microsoft.com/office/drawing/2014/main" id="{9967412D-75C9-1598-65DE-25EB8A484980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286394" y="1977700"/>
            <a:ext cx="458640" cy="458640"/>
          </a:xfrm>
          <a:prstGeom prst="rect">
            <a:avLst/>
          </a:prstGeom>
        </p:spPr>
      </p:pic>
      <p:pic>
        <p:nvPicPr>
          <p:cNvPr id="38" name="Graphic 37">
            <a:extLst>
              <a:ext uri="{FF2B5EF4-FFF2-40B4-BE49-F238E27FC236}">
                <a16:creationId xmlns:a16="http://schemas.microsoft.com/office/drawing/2014/main" id="{36646EF4-BF94-ECEA-C6F5-E2A8BA3B9ACB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861392" y="1977700"/>
            <a:ext cx="458640" cy="458640"/>
          </a:xfrm>
          <a:prstGeom prst="rect">
            <a:avLst/>
          </a:prstGeom>
        </p:spPr>
      </p:pic>
      <p:pic>
        <p:nvPicPr>
          <p:cNvPr id="39" name="Graphic 38">
            <a:extLst>
              <a:ext uri="{FF2B5EF4-FFF2-40B4-BE49-F238E27FC236}">
                <a16:creationId xmlns:a16="http://schemas.microsoft.com/office/drawing/2014/main" id="{210FD21A-AF7A-76E3-3F92-934297ADFA91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463635" y="2897233"/>
            <a:ext cx="458640" cy="458640"/>
          </a:xfrm>
          <a:prstGeom prst="rect">
            <a:avLst/>
          </a:prstGeom>
        </p:spPr>
      </p:pic>
      <p:pic>
        <p:nvPicPr>
          <p:cNvPr id="40" name="Graphic 39">
            <a:extLst>
              <a:ext uri="{FF2B5EF4-FFF2-40B4-BE49-F238E27FC236}">
                <a16:creationId xmlns:a16="http://schemas.microsoft.com/office/drawing/2014/main" id="{61F7AA20-E2C0-B831-7370-7594971454D1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8208884" y="1027563"/>
            <a:ext cx="458640" cy="458640"/>
          </a:xfrm>
          <a:prstGeom prst="rect">
            <a:avLst/>
          </a:prstGeom>
        </p:spPr>
      </p:pic>
      <p:pic>
        <p:nvPicPr>
          <p:cNvPr id="41" name="Graphic 40">
            <a:extLst>
              <a:ext uri="{FF2B5EF4-FFF2-40B4-BE49-F238E27FC236}">
                <a16:creationId xmlns:a16="http://schemas.microsoft.com/office/drawing/2014/main" id="{D23C3C18-3172-294A-9ABB-C42FCB11EE08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8148891" y="1977700"/>
            <a:ext cx="458640" cy="458640"/>
          </a:xfrm>
          <a:prstGeom prst="rect">
            <a:avLst/>
          </a:prstGeom>
        </p:spPr>
      </p:pic>
      <p:pic>
        <p:nvPicPr>
          <p:cNvPr id="42" name="Graphic 41">
            <a:extLst>
              <a:ext uri="{FF2B5EF4-FFF2-40B4-BE49-F238E27FC236}">
                <a16:creationId xmlns:a16="http://schemas.microsoft.com/office/drawing/2014/main" id="{84285555-4EE0-505D-76C1-2CD59EFB29C4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1711396" y="1977700"/>
            <a:ext cx="458640" cy="458640"/>
          </a:xfrm>
          <a:prstGeom prst="rect">
            <a:avLst/>
          </a:prstGeom>
        </p:spPr>
      </p:pic>
      <p:pic>
        <p:nvPicPr>
          <p:cNvPr id="43" name="Graphic 42">
            <a:extLst>
              <a:ext uri="{FF2B5EF4-FFF2-40B4-BE49-F238E27FC236}">
                <a16:creationId xmlns:a16="http://schemas.microsoft.com/office/drawing/2014/main" id="{4C127533-1F1F-55F0-8F02-5DBAB1C84929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5569349" y="1977700"/>
            <a:ext cx="458640" cy="458640"/>
          </a:xfrm>
          <a:prstGeom prst="rect">
            <a:avLst/>
          </a:prstGeom>
        </p:spPr>
      </p:pic>
      <p:pic>
        <p:nvPicPr>
          <p:cNvPr id="44" name="Graphic 43">
            <a:extLst>
              <a:ext uri="{FF2B5EF4-FFF2-40B4-BE49-F238E27FC236}">
                <a16:creationId xmlns:a16="http://schemas.microsoft.com/office/drawing/2014/main" id="{E943CCB3-63D8-9862-85DB-650BC4C04AC9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4286394" y="2883688"/>
            <a:ext cx="458640" cy="458640"/>
          </a:xfrm>
          <a:prstGeom prst="rect">
            <a:avLst/>
          </a:prstGeom>
        </p:spPr>
      </p:pic>
      <p:pic>
        <p:nvPicPr>
          <p:cNvPr id="45" name="Graphic 44">
            <a:extLst>
              <a:ext uri="{FF2B5EF4-FFF2-40B4-BE49-F238E27FC236}">
                <a16:creationId xmlns:a16="http://schemas.microsoft.com/office/drawing/2014/main" id="{8D1304EF-DEA5-2202-F922-082D5C289F1D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2998895" y="1977700"/>
            <a:ext cx="458640" cy="458640"/>
          </a:xfrm>
          <a:prstGeom prst="rect">
            <a:avLst/>
          </a:prstGeom>
        </p:spPr>
      </p:pic>
      <p:pic>
        <p:nvPicPr>
          <p:cNvPr id="46" name="Graphic 45">
            <a:extLst>
              <a:ext uri="{FF2B5EF4-FFF2-40B4-BE49-F238E27FC236}">
                <a16:creationId xmlns:a16="http://schemas.microsoft.com/office/drawing/2014/main" id="{1D92537E-FFE3-B20D-3765-592EC415A1F5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4357974" y="1027563"/>
            <a:ext cx="458640" cy="458640"/>
          </a:xfrm>
          <a:prstGeom prst="rect">
            <a:avLst/>
          </a:prstGeom>
        </p:spPr>
      </p:pic>
      <p:pic>
        <p:nvPicPr>
          <p:cNvPr id="47" name="Graphic 46">
            <a:extLst>
              <a:ext uri="{FF2B5EF4-FFF2-40B4-BE49-F238E27FC236}">
                <a16:creationId xmlns:a16="http://schemas.microsoft.com/office/drawing/2014/main" id="{E9C54A0E-EEE2-EEBA-29A3-C398F7E0F8BB}"/>
              </a:ext>
            </a:extLst>
          </p:cNvPr>
          <p:cNvPicPr>
            <a:picLocks noChangeAspect="1"/>
          </p:cNvPicPr>
          <p:nvPr/>
        </p:nvPicPr>
        <p:blipFill>
          <a:blip r:embed="rId29"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463635" y="1977700"/>
            <a:ext cx="458640" cy="458640"/>
          </a:xfrm>
          <a:prstGeom prst="rect">
            <a:avLst/>
          </a:prstGeom>
        </p:spPr>
      </p:pic>
      <p:pic>
        <p:nvPicPr>
          <p:cNvPr id="48" name="Graphic 47">
            <a:extLst>
              <a:ext uri="{FF2B5EF4-FFF2-40B4-BE49-F238E27FC236}">
                <a16:creationId xmlns:a16="http://schemas.microsoft.com/office/drawing/2014/main" id="{4CD46C11-5F6A-63D2-CDF2-F077D4B3AC52}"/>
              </a:ext>
            </a:extLst>
          </p:cNvPr>
          <p:cNvPicPr>
            <a:picLocks noChangeAspect="1"/>
          </p:cNvPicPr>
          <p:nvPr/>
        </p:nvPicPr>
        <p:blipFill>
          <a:blip r:embed="rId31"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6916218" y="1027563"/>
            <a:ext cx="458640" cy="458640"/>
          </a:xfrm>
          <a:prstGeom prst="rect">
            <a:avLst/>
          </a:prstGeom>
        </p:spPr>
      </p:pic>
      <p:pic>
        <p:nvPicPr>
          <p:cNvPr id="49" name="Graphic 48">
            <a:extLst>
              <a:ext uri="{FF2B5EF4-FFF2-40B4-BE49-F238E27FC236}">
                <a16:creationId xmlns:a16="http://schemas.microsoft.com/office/drawing/2014/main" id="{68604B18-6920-404D-5557-CECC2B828136}"/>
              </a:ext>
            </a:extLst>
          </p:cNvPr>
          <p:cNvPicPr>
            <a:picLocks noChangeAspect="1"/>
          </p:cNvPicPr>
          <p:nvPr/>
        </p:nvPicPr>
        <p:blipFill>
          <a:blip r:embed="rId33"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463635" y="1027563"/>
            <a:ext cx="458640" cy="458640"/>
          </a:xfrm>
          <a:prstGeom prst="rect">
            <a:avLst/>
          </a:prstGeom>
        </p:spPr>
      </p:pic>
      <p:pic>
        <p:nvPicPr>
          <p:cNvPr id="50" name="Graphic 49">
            <a:extLst>
              <a:ext uri="{FF2B5EF4-FFF2-40B4-BE49-F238E27FC236}">
                <a16:creationId xmlns:a16="http://schemas.microsoft.com/office/drawing/2014/main" id="{402CE87D-8B08-63C8-A5A8-A3482A3F9C2B}"/>
              </a:ext>
            </a:extLst>
          </p:cNvPr>
          <p:cNvPicPr>
            <a:picLocks noChangeAspect="1"/>
          </p:cNvPicPr>
          <p:nvPr/>
        </p:nvPicPr>
        <p:blipFill>
          <a:blip r:embed="rId35"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tretch>
            <a:fillRect/>
          </a:stretch>
        </p:blipFill>
        <p:spPr>
          <a:xfrm>
            <a:off x="5577977" y="1031273"/>
            <a:ext cx="441385" cy="441385"/>
          </a:xfrm>
          <a:prstGeom prst="rect">
            <a:avLst/>
          </a:prstGeom>
        </p:spPr>
      </p:pic>
      <p:pic>
        <p:nvPicPr>
          <p:cNvPr id="51" name="Graphic 50">
            <a:extLst>
              <a:ext uri="{FF2B5EF4-FFF2-40B4-BE49-F238E27FC236}">
                <a16:creationId xmlns:a16="http://schemas.microsoft.com/office/drawing/2014/main" id="{CFB8087C-4623-300B-3625-402D6913C1B9}"/>
              </a:ext>
            </a:extLst>
          </p:cNvPr>
          <p:cNvPicPr>
            <a:picLocks noChangeAspect="1"/>
          </p:cNvPicPr>
          <p:nvPr/>
        </p:nvPicPr>
        <p:blipFill>
          <a:blip r:embed="rId37"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tretch>
            <a:fillRect/>
          </a:stretch>
        </p:blipFill>
        <p:spPr>
          <a:xfrm>
            <a:off x="3065308" y="1027563"/>
            <a:ext cx="458640" cy="458640"/>
          </a:xfrm>
          <a:prstGeom prst="rect">
            <a:avLst/>
          </a:prstGeom>
        </p:spPr>
      </p:pic>
      <p:pic>
        <p:nvPicPr>
          <p:cNvPr id="52" name="Graphic 51">
            <a:extLst>
              <a:ext uri="{FF2B5EF4-FFF2-40B4-BE49-F238E27FC236}">
                <a16:creationId xmlns:a16="http://schemas.microsoft.com/office/drawing/2014/main" id="{435A1B64-A7F8-3EC8-FFF1-0BB6B1E5D3DE}"/>
              </a:ext>
            </a:extLst>
          </p:cNvPr>
          <p:cNvPicPr>
            <a:picLocks noChangeAspect="1"/>
          </p:cNvPicPr>
          <p:nvPr/>
        </p:nvPicPr>
        <p:blipFill>
          <a:blip r:embed="rId39">
            <a:extLst>
              <a:ext uri="{96DAC541-7B7A-43D3-8B79-37D633B846F1}">
                <asvg:svgBlip xmlns:asvg="http://schemas.microsoft.com/office/drawing/2016/SVG/main" r:embed="rId40"/>
              </a:ext>
            </a:extLst>
          </a:blip>
          <a:stretch>
            <a:fillRect/>
          </a:stretch>
        </p:blipFill>
        <p:spPr>
          <a:xfrm>
            <a:off x="1772642" y="1027563"/>
            <a:ext cx="458640" cy="458640"/>
          </a:xfrm>
          <a:prstGeom prst="rect">
            <a:avLst/>
          </a:prstGeom>
        </p:spPr>
      </p:pic>
      <p:pic>
        <p:nvPicPr>
          <p:cNvPr id="53" name="Graphic 52">
            <a:extLst>
              <a:ext uri="{FF2B5EF4-FFF2-40B4-BE49-F238E27FC236}">
                <a16:creationId xmlns:a16="http://schemas.microsoft.com/office/drawing/2014/main" id="{4A8D8E41-972C-4957-5DB8-2D8CA3509906}"/>
              </a:ext>
            </a:extLst>
          </p:cNvPr>
          <p:cNvPicPr>
            <a:picLocks noChangeAspect="1"/>
          </p:cNvPicPr>
          <p:nvPr/>
        </p:nvPicPr>
        <p:blipFill>
          <a:blip r:embed="rId41">
            <a:extLst>
              <a:ext uri="{96DAC541-7B7A-43D3-8B79-37D633B846F1}">
                <asvg:svgBlip xmlns:asvg="http://schemas.microsoft.com/office/drawing/2016/SVG/main" r:embed="rId42"/>
              </a:ext>
            </a:extLst>
          </a:blip>
          <a:stretch>
            <a:fillRect/>
          </a:stretch>
        </p:blipFill>
        <p:spPr>
          <a:xfrm>
            <a:off x="5586604" y="2883688"/>
            <a:ext cx="441385" cy="441385"/>
          </a:xfrm>
          <a:prstGeom prst="rect">
            <a:avLst/>
          </a:prstGeom>
        </p:spPr>
      </p:pic>
      <p:pic>
        <p:nvPicPr>
          <p:cNvPr id="54" name="Graphic 53">
            <a:extLst>
              <a:ext uri="{FF2B5EF4-FFF2-40B4-BE49-F238E27FC236}">
                <a16:creationId xmlns:a16="http://schemas.microsoft.com/office/drawing/2014/main" id="{AFE75E8E-ADBC-9B8C-57A2-0FA34D525B04}"/>
              </a:ext>
            </a:extLst>
          </p:cNvPr>
          <p:cNvPicPr>
            <a:picLocks noChangeAspect="1"/>
          </p:cNvPicPr>
          <p:nvPr/>
        </p:nvPicPr>
        <p:blipFill>
          <a:blip r:embed="rId43">
            <a:extLst>
              <a:ext uri="{96DAC541-7B7A-43D3-8B79-37D633B846F1}">
                <asvg:svgBlip xmlns:asvg="http://schemas.microsoft.com/office/drawing/2016/SVG/main" r:embed="rId44"/>
              </a:ext>
            </a:extLst>
          </a:blip>
          <a:stretch>
            <a:fillRect/>
          </a:stretch>
        </p:blipFill>
        <p:spPr>
          <a:xfrm>
            <a:off x="1764337" y="2900943"/>
            <a:ext cx="441385" cy="441385"/>
          </a:xfrm>
          <a:prstGeom prst="rect">
            <a:avLst/>
          </a:prstGeom>
        </p:spPr>
      </p:pic>
      <p:pic>
        <p:nvPicPr>
          <p:cNvPr id="56" name="Picture 55">
            <a:extLst>
              <a:ext uri="{FF2B5EF4-FFF2-40B4-BE49-F238E27FC236}">
                <a16:creationId xmlns:a16="http://schemas.microsoft.com/office/drawing/2014/main" id="{E468F606-F7D6-A189-8726-48715999EEA6}"/>
              </a:ext>
            </a:extLst>
          </p:cNvPr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5175363" y="3724615"/>
            <a:ext cx="3734321" cy="1219370"/>
          </a:xfrm>
          <a:prstGeom prst="rect">
            <a:avLst/>
          </a:prstGeom>
        </p:spPr>
      </p:pic>
      <p:sp>
        <p:nvSpPr>
          <p:cNvPr id="57" name="Rectangle: Diagonal Corners Snipped 56">
            <a:extLst>
              <a:ext uri="{FF2B5EF4-FFF2-40B4-BE49-F238E27FC236}">
                <a16:creationId xmlns:a16="http://schemas.microsoft.com/office/drawing/2014/main" id="{BE4A6048-4B59-9ABA-9A89-46C77FB78770}"/>
              </a:ext>
            </a:extLst>
          </p:cNvPr>
          <p:cNvSpPr/>
          <p:nvPr/>
        </p:nvSpPr>
        <p:spPr>
          <a:xfrm>
            <a:off x="8125238" y="3909704"/>
            <a:ext cx="458640" cy="712352"/>
          </a:xfrm>
          <a:prstGeom prst="snip2DiagRect">
            <a:avLst/>
          </a:prstGeom>
          <a:noFill/>
          <a:ln>
            <a:solidFill>
              <a:srgbClr val="F4D82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85979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 0">
            <a:extLst>
              <a:ext uri="{FF2B5EF4-FFF2-40B4-BE49-F238E27FC236}">
                <a16:creationId xmlns:a16="http://schemas.microsoft.com/office/drawing/2014/main" id="{C5BFA89A-859D-64A8-AB77-D69833764E21}"/>
              </a:ext>
            </a:extLst>
          </p:cNvPr>
          <p:cNvSpPr/>
          <p:nvPr/>
        </p:nvSpPr>
        <p:spPr>
          <a:xfrm>
            <a:off x="234316" y="107731"/>
            <a:ext cx="5859133" cy="5780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uk-UA" sz="2000" kern="0" spc="-70" dirty="0">
                <a:solidFill>
                  <a:srgbClr val="1A1A1A"/>
                </a:solidFill>
                <a:latin typeface="e-Ukraine Head Bold" panose="00000800000000000000" pitchFamily="50" charset="-52"/>
                <a:ea typeface="e-Ukraine Head" pitchFamily="34" charset="-122"/>
                <a:cs typeface="e-Ukraine Head" pitchFamily="34" charset="-120"/>
              </a:rPr>
              <a:t>Підбірка фонів для слайдів (опціонально)</a:t>
            </a:r>
            <a:endParaRPr lang="en-US" sz="2000" kern="0" spc="-70" dirty="0">
              <a:solidFill>
                <a:srgbClr val="1A1A1A"/>
              </a:solidFill>
              <a:latin typeface="e-Ukraine Head Bold" panose="00000800000000000000" pitchFamily="50" charset="-52"/>
              <a:ea typeface="e-Ukraine Head" pitchFamily="34" charset="-122"/>
              <a:cs typeface="e-Ukraine Head" pitchFamily="34" charset="-120"/>
            </a:endParaRPr>
          </a:p>
        </p:txBody>
      </p:sp>
      <p:pic>
        <p:nvPicPr>
          <p:cNvPr id="27" name="Graphic 26">
            <a:extLst>
              <a:ext uri="{FF2B5EF4-FFF2-40B4-BE49-F238E27FC236}">
                <a16:creationId xmlns:a16="http://schemas.microsoft.com/office/drawing/2014/main" id="{CC524C9C-8C5C-8453-28CE-5A435DA092E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181873" y="197455"/>
            <a:ext cx="727811" cy="256081"/>
          </a:xfrm>
          <a:prstGeom prst="rect">
            <a:avLst/>
          </a:prstGeom>
        </p:spPr>
      </p:pic>
      <p:pic>
        <p:nvPicPr>
          <p:cNvPr id="28" name="Graphic 27">
            <a:extLst>
              <a:ext uri="{FF2B5EF4-FFF2-40B4-BE49-F238E27FC236}">
                <a16:creationId xmlns:a16="http://schemas.microsoft.com/office/drawing/2014/main" id="{CC7CFFD7-C4A4-C4B8-7947-8C48929C6BA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90784" y="197455"/>
            <a:ext cx="1493513" cy="27431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704718F-E434-1006-A69B-B8C390E9A45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 rot="10800000">
            <a:off x="-169096" y="889000"/>
            <a:ext cx="1715911" cy="965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67D546C-F3F3-87EF-F122-96C30DCF56C9}"/>
              </a:ext>
            </a:extLst>
          </p:cNvPr>
          <p:cNvPicPr>
            <a:picLocks noChangeAspect="1"/>
          </p:cNvPicPr>
          <p:nvPr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-169097" y="2057400"/>
            <a:ext cx="1715912" cy="965201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85A1E9BA-2493-15B7-4A90-E7FA83D10897}"/>
              </a:ext>
            </a:extLst>
          </p:cNvPr>
          <p:cNvPicPr>
            <a:picLocks noChangeAspect="1"/>
          </p:cNvPicPr>
          <p:nvPr/>
        </p:nvPicPr>
        <p:blipFill>
          <a:blip r:embed="rId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-169096" y="3213097"/>
            <a:ext cx="1715912" cy="965201"/>
          </a:xfrm>
          <a:prstGeom prst="rect">
            <a:avLst/>
          </a:prstGeom>
        </p:spPr>
      </p:pic>
      <p:pic>
        <p:nvPicPr>
          <p:cNvPr id="2050" name="Picture 2" descr="Abstract Blue Background Pictures | 1000+ Free Images on Unsplash">
            <a:extLst>
              <a:ext uri="{FF2B5EF4-FFF2-40B4-BE49-F238E27FC236}">
                <a16:creationId xmlns:a16="http://schemas.microsoft.com/office/drawing/2014/main" id="{A888952E-17C2-E848-DA55-CD05AE1545D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0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766876" y="889000"/>
            <a:ext cx="1715912" cy="965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>
            <a:extLst>
              <a:ext uri="{FF2B5EF4-FFF2-40B4-BE49-F238E27FC236}">
                <a16:creationId xmlns:a16="http://schemas.microsoft.com/office/drawing/2014/main" id="{95196B81-5980-1AFD-DA83-325AED8073A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1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766876" y="2090760"/>
            <a:ext cx="1715912" cy="9619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52E3E839-1B32-02C9-D1A6-35C8BF39CC99}"/>
              </a:ext>
            </a:extLst>
          </p:cNvPr>
          <p:cNvPicPr>
            <a:picLocks noChangeAspect="1"/>
          </p:cNvPicPr>
          <p:nvPr/>
        </p:nvPicPr>
        <p:blipFill>
          <a:blip r:embed="rId1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782570" y="3213097"/>
            <a:ext cx="1710184" cy="961979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7AE3C1C3-A406-2D9E-15D1-CF7D242CDE29}"/>
              </a:ext>
            </a:extLst>
          </p:cNvPr>
          <p:cNvPicPr>
            <a:picLocks noChangeAspect="1"/>
          </p:cNvPicPr>
          <p:nvPr/>
        </p:nvPicPr>
        <p:blipFill>
          <a:blip r:embed="rId1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3702850" y="889000"/>
            <a:ext cx="1715912" cy="96520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13E5DF9A-7175-754A-2396-CAA14A9D86CF}"/>
              </a:ext>
            </a:extLst>
          </p:cNvPr>
          <p:cNvPicPr>
            <a:picLocks noChangeAspect="1"/>
          </p:cNvPicPr>
          <p:nvPr/>
        </p:nvPicPr>
        <p:blipFill>
          <a:blip r:embed="rId1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3702850" y="2090760"/>
            <a:ext cx="1715912" cy="965201"/>
          </a:xfrm>
          <a:prstGeom prst="rect">
            <a:avLst/>
          </a:prstGeom>
        </p:spPr>
      </p:pic>
      <p:sp>
        <p:nvSpPr>
          <p:cNvPr id="25" name="Rectangle: Diagonal Corners Snipped 24">
            <a:extLst>
              <a:ext uri="{FF2B5EF4-FFF2-40B4-BE49-F238E27FC236}">
                <a16:creationId xmlns:a16="http://schemas.microsoft.com/office/drawing/2014/main" id="{19094E9E-5CF3-DEF4-FC6B-BE05D58B8110}"/>
              </a:ext>
            </a:extLst>
          </p:cNvPr>
          <p:cNvSpPr/>
          <p:nvPr/>
        </p:nvSpPr>
        <p:spPr>
          <a:xfrm>
            <a:off x="234316" y="4335434"/>
            <a:ext cx="8675368" cy="527168"/>
          </a:xfrm>
          <a:prstGeom prst="snip2DiagRect">
            <a:avLst>
              <a:gd name="adj1" fmla="val 0"/>
              <a:gd name="adj2" fmla="val 34096"/>
            </a:avLst>
          </a:prstGeom>
          <a:solidFill>
            <a:srgbClr val="BCBA8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uk-UA" sz="1200" b="1" dirty="0">
                <a:solidFill>
                  <a:srgbClr val="1A1A1A"/>
                </a:solidFill>
                <a:latin typeface="e-Ukraine" panose="00000500000000000000" pitchFamily="50" charset="-52"/>
              </a:rPr>
              <a:t>Фони у високій якості – достатньо їх скопіювати та розтягнути на розмір слайду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3A2F5A5-00AC-3758-0A60-D39F83ED4FFD}"/>
              </a:ext>
            </a:extLst>
          </p:cNvPr>
          <p:cNvPicPr>
            <a:picLocks noChangeAspect="1"/>
          </p:cNvPicPr>
          <p:nvPr/>
        </p:nvPicPr>
        <p:blipFill>
          <a:blip r:embed="rId1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3697119" y="3206652"/>
            <a:ext cx="1721643" cy="96842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09D6E2F-51E0-3F40-B0BC-488CF1746B6E}"/>
              </a:ext>
            </a:extLst>
          </p:cNvPr>
          <p:cNvPicPr>
            <a:picLocks noChangeAspect="1"/>
          </p:cNvPicPr>
          <p:nvPr/>
        </p:nvPicPr>
        <p:blipFill>
          <a:blip r:embed="rId1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638824" y="889000"/>
            <a:ext cx="1715912" cy="97375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8857548-7DE6-0782-BBD0-D37A19D56180}"/>
              </a:ext>
            </a:extLst>
          </p:cNvPr>
          <p:cNvPicPr>
            <a:picLocks noChangeAspect="1"/>
          </p:cNvPicPr>
          <p:nvPr/>
        </p:nvPicPr>
        <p:blipFill>
          <a:blip r:embed="rId1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638824" y="2084873"/>
            <a:ext cx="1731115" cy="97375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DFD64BE-F531-7EAE-3C81-291FFD256B3A}"/>
              </a:ext>
            </a:extLst>
          </p:cNvPr>
          <p:cNvPicPr>
            <a:picLocks noChangeAspect="1"/>
          </p:cNvPicPr>
          <p:nvPr/>
        </p:nvPicPr>
        <p:blipFill>
          <a:blip r:embed="rId1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623126" y="3201564"/>
            <a:ext cx="1731609" cy="97673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62FE390-D3E0-B374-5164-98AEB3B7FE76}"/>
              </a:ext>
            </a:extLst>
          </p:cNvPr>
          <p:cNvPicPr>
            <a:picLocks noChangeAspect="1"/>
          </p:cNvPicPr>
          <p:nvPr/>
        </p:nvPicPr>
        <p:blipFill>
          <a:blip r:embed="rId1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1"/>
          <a:stretch>
            <a:fillRect/>
          </a:stretch>
        </p:blipFill>
        <p:spPr>
          <a:xfrm>
            <a:off x="7574797" y="886016"/>
            <a:ext cx="1736420" cy="97673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5DB8D0B-A812-B6FB-30A5-7E7A1CBEB61D}"/>
              </a:ext>
            </a:extLst>
          </p:cNvPr>
          <p:cNvPicPr>
            <a:picLocks noChangeAspect="1"/>
          </p:cNvPicPr>
          <p:nvPr/>
        </p:nvPicPr>
        <p:blipFill>
          <a:blip r:embed="rId20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580885" y="2081889"/>
            <a:ext cx="1736420" cy="976736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E5AF07C7-4968-526E-CFD6-A9192C31369C}"/>
              </a:ext>
            </a:extLst>
          </p:cNvPr>
          <p:cNvPicPr>
            <a:picLocks noChangeAspect="1"/>
          </p:cNvPicPr>
          <p:nvPr/>
        </p:nvPicPr>
        <p:blipFill>
          <a:blip r:embed="rId21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580885" y="3213097"/>
            <a:ext cx="1736420" cy="976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94224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006FCE3A-2F86-F682-A301-91A25060E1E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 rot="10800000">
            <a:off x="0" y="0"/>
            <a:ext cx="9143999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 0">
            <a:extLst>
              <a:ext uri="{FF2B5EF4-FFF2-40B4-BE49-F238E27FC236}">
                <a16:creationId xmlns:a16="http://schemas.microsoft.com/office/drawing/2014/main" id="{A0C28789-1686-7E3B-9335-398E71C57E17}"/>
              </a:ext>
            </a:extLst>
          </p:cNvPr>
          <p:cNvSpPr/>
          <p:nvPr/>
        </p:nvSpPr>
        <p:spPr>
          <a:xfrm>
            <a:off x="1161915" y="4821013"/>
            <a:ext cx="6705600" cy="3224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uk-UA" sz="1200" kern="0" spc="-70" dirty="0">
                <a:solidFill>
                  <a:srgbClr val="1A1A1A"/>
                </a:solidFill>
                <a:latin typeface="e-Ukraine" panose="00000500000000000000" pitchFamily="50" charset="-52"/>
                <a:ea typeface="e-Ukraine Head" pitchFamily="34" charset="-122"/>
                <a:cs typeface="e-Ukraine Head" pitchFamily="34" charset="-120"/>
              </a:rPr>
              <a:t>Зразок практичного використання шаблону для презентацій</a:t>
            </a:r>
            <a:endParaRPr lang="en-US" sz="1200" kern="0" spc="-70" dirty="0">
              <a:solidFill>
                <a:srgbClr val="1A1A1A"/>
              </a:solidFill>
              <a:latin typeface="e-Ukraine" panose="00000500000000000000" pitchFamily="50" charset="-52"/>
              <a:ea typeface="e-Ukraine Head" pitchFamily="34" charset="-122"/>
              <a:cs typeface="e-Ukraine Head" pitchFamily="34" charset="-120"/>
            </a:endParaRP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BEFF0253-76B9-3E43-E3E9-6F7B1007CEF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09304" y="563488"/>
            <a:ext cx="1367075" cy="481007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767EE5C1-0F40-DB76-288B-FDCDC7B9251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30016" y="563488"/>
            <a:ext cx="3180537" cy="481007"/>
          </a:xfrm>
          <a:prstGeom prst="rect">
            <a:avLst/>
          </a:prstGeom>
        </p:spPr>
      </p:pic>
      <p:sp>
        <p:nvSpPr>
          <p:cNvPr id="10" name="Text 0">
            <a:extLst>
              <a:ext uri="{FF2B5EF4-FFF2-40B4-BE49-F238E27FC236}">
                <a16:creationId xmlns:a16="http://schemas.microsoft.com/office/drawing/2014/main" id="{82BCCF81-9587-1C00-537A-5653E1461CFA}"/>
              </a:ext>
            </a:extLst>
          </p:cNvPr>
          <p:cNvSpPr/>
          <p:nvPr/>
        </p:nvSpPr>
        <p:spPr>
          <a:xfrm>
            <a:off x="1161915" y="1603454"/>
            <a:ext cx="6705600" cy="15320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lnSpc>
                <a:spcPts val="4221"/>
              </a:lnSpc>
              <a:buNone/>
            </a:pPr>
            <a:r>
              <a:rPr lang="uk-UA" sz="3200" kern="0" spc="-70" dirty="0">
                <a:solidFill>
                  <a:schemeClr val="bg1"/>
                </a:solidFill>
                <a:latin typeface="e-Ukraine Head Bold" panose="00000800000000000000" pitchFamily="50" charset="-52"/>
                <a:ea typeface="e-Ukraine Head" pitchFamily="34" charset="-122"/>
                <a:cs typeface="e-Ukraine Head" pitchFamily="34" charset="-120"/>
              </a:rPr>
              <a:t>План розвитку ОПК </a:t>
            </a:r>
            <a:br>
              <a:rPr lang="uk-UA" sz="3200" kern="0" spc="-70" dirty="0">
                <a:solidFill>
                  <a:schemeClr val="bg1"/>
                </a:solidFill>
                <a:latin typeface="e-Ukraine Head Bold" panose="00000800000000000000" pitchFamily="50" charset="-52"/>
                <a:ea typeface="e-Ukraine Head" pitchFamily="34" charset="-122"/>
                <a:cs typeface="e-Ukraine Head" pitchFamily="34" charset="-120"/>
              </a:rPr>
            </a:br>
            <a:r>
              <a:rPr lang="uk-UA" sz="3200" kern="0" spc="-70" dirty="0">
                <a:solidFill>
                  <a:schemeClr val="bg1"/>
                </a:solidFill>
                <a:latin typeface="e-Ukraine Head Bold" panose="00000800000000000000" pitchFamily="50" charset="-52"/>
                <a:ea typeface="e-Ukraine Head" pitchFamily="34" charset="-122"/>
                <a:cs typeface="e-Ukraine Head" pitchFamily="34" charset="-120"/>
              </a:rPr>
              <a:t>на 2026 рік</a:t>
            </a:r>
            <a:endParaRPr lang="en-US" sz="3200" dirty="0">
              <a:solidFill>
                <a:schemeClr val="bg1"/>
              </a:solidFill>
              <a:latin typeface="e-Ukraine Head Bold" panose="00000800000000000000" pitchFamily="50" charset="-52"/>
            </a:endParaRPr>
          </a:p>
        </p:txBody>
      </p:sp>
      <p:sp>
        <p:nvSpPr>
          <p:cNvPr id="11" name="Text 0">
            <a:extLst>
              <a:ext uri="{FF2B5EF4-FFF2-40B4-BE49-F238E27FC236}">
                <a16:creationId xmlns:a16="http://schemas.microsoft.com/office/drawing/2014/main" id="{036660F9-0108-EA77-B49C-5F921D473D43}"/>
              </a:ext>
            </a:extLst>
          </p:cNvPr>
          <p:cNvSpPr/>
          <p:nvPr/>
        </p:nvSpPr>
        <p:spPr>
          <a:xfrm>
            <a:off x="1161915" y="3294278"/>
            <a:ext cx="6705600" cy="912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uk-UA" sz="2000" kern="0" spc="-70" dirty="0">
                <a:solidFill>
                  <a:schemeClr val="bg1"/>
                </a:solidFill>
                <a:latin typeface="e-Ukraine" panose="00000500000000000000" pitchFamily="50" charset="-52"/>
                <a:ea typeface="e-Ukraine Head" pitchFamily="34" charset="-122"/>
                <a:cs typeface="e-Ukraine Head" pitchFamily="34" charset="-120"/>
              </a:rPr>
              <a:t>Проблеми / Виклики / </a:t>
            </a:r>
            <a:r>
              <a:rPr lang="uk-UA" sz="2000" b="1" kern="0" spc="-70" dirty="0">
                <a:solidFill>
                  <a:schemeClr val="bg1"/>
                </a:solidFill>
                <a:latin typeface="e-Ukraine" panose="00000500000000000000" pitchFamily="50" charset="-52"/>
                <a:ea typeface="e-Ukraine Head" pitchFamily="34" charset="-122"/>
                <a:cs typeface="e-Ukraine Head" pitchFamily="34" charset="-120"/>
              </a:rPr>
              <a:t>Рішення</a:t>
            </a:r>
            <a:endParaRPr lang="en-US" sz="2000" b="1" dirty="0">
              <a:solidFill>
                <a:schemeClr val="bg1"/>
              </a:solidFill>
              <a:latin typeface="e-Ukraine" panose="00000500000000000000" pitchFamily="50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369930036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029038D-A2A3-1FB1-261E-26DBDEB1DB96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0" y="0"/>
            <a:ext cx="9144000" cy="5143500"/>
          </a:xfrm>
          <a:prstGeom prst="rect">
            <a:avLst/>
          </a:prstGeom>
        </p:spPr>
      </p:pic>
      <p:sp>
        <p:nvSpPr>
          <p:cNvPr id="6" name="Text 0">
            <a:extLst>
              <a:ext uri="{FF2B5EF4-FFF2-40B4-BE49-F238E27FC236}">
                <a16:creationId xmlns:a16="http://schemas.microsoft.com/office/drawing/2014/main" id="{F55F90BD-8DB5-AEA1-469E-085739EACA61}"/>
              </a:ext>
            </a:extLst>
          </p:cNvPr>
          <p:cNvSpPr/>
          <p:nvPr/>
        </p:nvSpPr>
        <p:spPr>
          <a:xfrm>
            <a:off x="234316" y="107731"/>
            <a:ext cx="5859133" cy="5780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uk-UA" sz="2000" kern="0" spc="-70" dirty="0">
                <a:solidFill>
                  <a:schemeClr val="bg1"/>
                </a:solidFill>
                <a:latin typeface="e-Ukraine Head Bold" panose="00000800000000000000" pitchFamily="50" charset="-52"/>
                <a:ea typeface="e-Ukraine Head" pitchFamily="34" charset="-122"/>
                <a:cs typeface="e-Ukraine Head" pitchFamily="34" charset="-120"/>
              </a:rPr>
              <a:t>Приклад оформлення слайду </a:t>
            </a:r>
            <a:br>
              <a:rPr lang="uk-UA" sz="2000" kern="0" spc="-70" dirty="0">
                <a:solidFill>
                  <a:schemeClr val="bg1"/>
                </a:solidFill>
                <a:latin typeface="e-Ukraine Head Bold" panose="00000800000000000000" pitchFamily="50" charset="-52"/>
                <a:ea typeface="e-Ukraine Head" pitchFamily="34" charset="-122"/>
                <a:cs typeface="e-Ukraine Head" pitchFamily="34" charset="-120"/>
              </a:rPr>
            </a:br>
            <a:r>
              <a:rPr lang="uk-UA" sz="2000" kern="0" spc="-70" dirty="0">
                <a:solidFill>
                  <a:schemeClr val="bg1"/>
                </a:solidFill>
                <a:latin typeface="e-Ukraine Head Bold" panose="00000800000000000000" pitchFamily="50" charset="-52"/>
                <a:ea typeface="e-Ukraine Head" pitchFamily="34" charset="-122"/>
                <a:cs typeface="e-Ukraine Head" pitchFamily="34" charset="-120"/>
              </a:rPr>
              <a:t>з «дизайнерським» фоном</a:t>
            </a:r>
            <a:endParaRPr lang="en-US" sz="2000" kern="0" spc="-70" dirty="0">
              <a:solidFill>
                <a:schemeClr val="bg1"/>
              </a:solidFill>
              <a:latin typeface="e-Ukraine Head Bold" panose="00000800000000000000" pitchFamily="50" charset="-52"/>
              <a:ea typeface="e-Ukraine Head" pitchFamily="34" charset="-122"/>
              <a:cs typeface="e-Ukraine Head" pitchFamily="34" charset="-120"/>
            </a:endParaRP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AD036449-0142-4154-B874-B1414474ED6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46099" y="197455"/>
            <a:ext cx="1693272" cy="256081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32BA251A-4420-C081-4694-D72B9238CA9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092022" y="197455"/>
            <a:ext cx="817662" cy="256081"/>
          </a:xfrm>
          <a:prstGeom prst="rect">
            <a:avLst/>
          </a:prstGeom>
        </p:spPr>
      </p:pic>
      <p:sp>
        <p:nvSpPr>
          <p:cNvPr id="8" name="Rectangle: Diagonal Corners Snipped 7">
            <a:extLst>
              <a:ext uri="{FF2B5EF4-FFF2-40B4-BE49-F238E27FC236}">
                <a16:creationId xmlns:a16="http://schemas.microsoft.com/office/drawing/2014/main" id="{49C5E6E6-CA91-1473-E440-2CF3A033ABEB}"/>
              </a:ext>
            </a:extLst>
          </p:cNvPr>
          <p:cNvSpPr/>
          <p:nvPr/>
        </p:nvSpPr>
        <p:spPr>
          <a:xfrm>
            <a:off x="234316" y="862032"/>
            <a:ext cx="4281040" cy="3847531"/>
          </a:xfrm>
          <a:prstGeom prst="snip2DiagRect">
            <a:avLst>
              <a:gd name="adj1" fmla="val 0"/>
              <a:gd name="adj2" fmla="val 6412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uk-UA" sz="1200" b="1" dirty="0">
                <a:solidFill>
                  <a:srgbClr val="1A1A1A"/>
                </a:solidFill>
                <a:latin typeface="e-Ukraine" panose="00000500000000000000" pitchFamily="50" charset="-52"/>
              </a:rPr>
              <a:t>Заголовок блоку, Шрифт </a:t>
            </a:r>
            <a:r>
              <a:rPr lang="en-US" sz="1200" b="1" dirty="0">
                <a:solidFill>
                  <a:srgbClr val="1A1A1A"/>
                </a:solidFill>
                <a:latin typeface="e-Ukraine" panose="00000500000000000000" pitchFamily="50" charset="-52"/>
              </a:rPr>
              <a:t>e-Ukraine Bold </a:t>
            </a:r>
            <a:r>
              <a:rPr lang="uk-UA" sz="1200" b="1" dirty="0">
                <a:solidFill>
                  <a:srgbClr val="1A1A1A"/>
                </a:solidFill>
                <a:latin typeface="e-Ukraine" panose="00000500000000000000" pitchFamily="50" charset="-52"/>
              </a:rPr>
              <a:t>12</a:t>
            </a:r>
            <a:r>
              <a:rPr lang="en-US" sz="1200" b="1" dirty="0">
                <a:solidFill>
                  <a:srgbClr val="1A1A1A"/>
                </a:solidFill>
                <a:latin typeface="e-Ukraine" panose="00000500000000000000" pitchFamily="50" charset="-52"/>
              </a:rPr>
              <a:t> pt</a:t>
            </a:r>
            <a:endParaRPr lang="uk-UA" sz="1200" b="1" dirty="0">
              <a:solidFill>
                <a:srgbClr val="1A1A1A"/>
              </a:solidFill>
              <a:latin typeface="e-Ukraine" panose="00000500000000000000" pitchFamily="50" charset="-52"/>
            </a:endParaRPr>
          </a:p>
          <a:p>
            <a:endParaRPr lang="uk-UA" sz="1200" dirty="0">
              <a:solidFill>
                <a:srgbClr val="1A1A1A"/>
              </a:solidFill>
              <a:latin typeface="e-Ukraine" panose="00000500000000000000" pitchFamily="50" charset="-52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uk-UA" sz="1200" dirty="0">
                <a:solidFill>
                  <a:srgbClr val="1A1A1A"/>
                </a:solidFill>
                <a:latin typeface="e-Ukraine" panose="00000500000000000000" pitchFamily="50" charset="-52"/>
              </a:rPr>
              <a:t>Основний текст блоку зі списком, Шрифт </a:t>
            </a:r>
            <a:r>
              <a:rPr lang="en-US" sz="1200" dirty="0">
                <a:solidFill>
                  <a:srgbClr val="1A1A1A"/>
                </a:solidFill>
                <a:latin typeface="e-Ukraine" panose="00000500000000000000" pitchFamily="50" charset="-52"/>
              </a:rPr>
              <a:t>e-Ukraine </a:t>
            </a:r>
            <a:r>
              <a:rPr lang="uk-UA" sz="1200" dirty="0">
                <a:solidFill>
                  <a:srgbClr val="1A1A1A"/>
                </a:solidFill>
                <a:latin typeface="e-Ukraine" panose="00000500000000000000" pitchFamily="50" charset="-52"/>
              </a:rPr>
              <a:t>10-12</a:t>
            </a:r>
            <a:r>
              <a:rPr lang="en-US" sz="1200" dirty="0">
                <a:solidFill>
                  <a:srgbClr val="1A1A1A"/>
                </a:solidFill>
                <a:latin typeface="e-Ukraine" panose="00000500000000000000" pitchFamily="50" charset="-52"/>
              </a:rPr>
              <a:t> pt</a:t>
            </a:r>
            <a:r>
              <a:rPr lang="uk-UA" sz="1200" dirty="0">
                <a:solidFill>
                  <a:srgbClr val="1A1A1A"/>
                </a:solidFill>
                <a:latin typeface="e-Ukraine" panose="00000500000000000000" pitchFamily="50" charset="-52"/>
              </a:rPr>
              <a:t>. </a:t>
            </a:r>
          </a:p>
          <a:p>
            <a:endParaRPr lang="uk-UA" sz="1200" dirty="0">
              <a:solidFill>
                <a:srgbClr val="1A1A1A"/>
              </a:solidFill>
              <a:latin typeface="e-Ukraine" panose="00000500000000000000" pitchFamily="50" charset="-52"/>
            </a:endParaRPr>
          </a:p>
          <a:p>
            <a:r>
              <a:rPr lang="uk-UA" sz="1200" dirty="0">
                <a:solidFill>
                  <a:srgbClr val="1A1A1A"/>
                </a:solidFill>
                <a:latin typeface="e-Ukraine" panose="00000500000000000000" pitchFamily="50" charset="-52"/>
              </a:rPr>
              <a:t>Текст може бути без заголовку. Або комбінований: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uk-UA" sz="1200" dirty="0">
                <a:solidFill>
                  <a:srgbClr val="1A1A1A"/>
                </a:solidFill>
                <a:latin typeface="e-Ukraine" panose="00000500000000000000" pitchFamily="50" charset="-52"/>
              </a:rPr>
              <a:t>Наприклад </a:t>
            </a:r>
            <a:r>
              <a:rPr lang="en-US" sz="1200" dirty="0">
                <a:solidFill>
                  <a:srgbClr val="1A1A1A"/>
                </a:solidFill>
                <a:latin typeface="e-Ukraine" panose="00000500000000000000" pitchFamily="50" charset="-52"/>
              </a:rPr>
              <a:t>Lorem ipsum dolor sit </a:t>
            </a:r>
            <a:r>
              <a:rPr lang="en-US" sz="1200" dirty="0" err="1">
                <a:solidFill>
                  <a:srgbClr val="1A1A1A"/>
                </a:solidFill>
                <a:latin typeface="e-Ukraine" panose="00000500000000000000" pitchFamily="50" charset="-52"/>
              </a:rPr>
              <a:t>amet</a:t>
            </a:r>
            <a:r>
              <a:rPr lang="en-US" sz="1200" dirty="0">
                <a:solidFill>
                  <a:srgbClr val="1A1A1A"/>
                </a:solidFill>
                <a:latin typeface="e-Ukraine" panose="00000500000000000000" pitchFamily="50" charset="-52"/>
              </a:rPr>
              <a:t>, </a:t>
            </a:r>
            <a:r>
              <a:rPr lang="en-US" sz="1200" dirty="0" err="1">
                <a:solidFill>
                  <a:srgbClr val="1A1A1A"/>
                </a:solidFill>
                <a:latin typeface="e-Ukraine" panose="00000500000000000000" pitchFamily="50" charset="-52"/>
              </a:rPr>
              <a:t>consectetuer</a:t>
            </a:r>
            <a:r>
              <a:rPr lang="en-US" sz="1200" dirty="0">
                <a:solidFill>
                  <a:srgbClr val="1A1A1A"/>
                </a:solidFill>
                <a:latin typeface="e-Ukraine" panose="00000500000000000000" pitchFamily="50" charset="-52"/>
              </a:rPr>
              <a:t> </a:t>
            </a:r>
            <a:r>
              <a:rPr lang="en-US" sz="1200" dirty="0" err="1">
                <a:solidFill>
                  <a:srgbClr val="1A1A1A"/>
                </a:solidFill>
                <a:latin typeface="e-Ukraine" panose="00000500000000000000" pitchFamily="50" charset="-52"/>
              </a:rPr>
              <a:t>adipiscing</a:t>
            </a:r>
            <a:r>
              <a:rPr lang="en-US" sz="1200" dirty="0">
                <a:solidFill>
                  <a:srgbClr val="1A1A1A"/>
                </a:solidFill>
                <a:latin typeface="e-Ukraine" panose="00000500000000000000" pitchFamily="50" charset="-52"/>
              </a:rPr>
              <a:t> </a:t>
            </a:r>
            <a:r>
              <a:rPr lang="en-US" sz="1200" dirty="0" err="1">
                <a:solidFill>
                  <a:srgbClr val="1A1A1A"/>
                </a:solidFill>
                <a:latin typeface="e-Ukraine" panose="00000500000000000000" pitchFamily="50" charset="-52"/>
              </a:rPr>
              <a:t>elit</a:t>
            </a:r>
            <a:r>
              <a:rPr lang="uk-UA" sz="1200" dirty="0">
                <a:solidFill>
                  <a:srgbClr val="1A1A1A"/>
                </a:solidFill>
                <a:latin typeface="e-Ukraine" panose="00000500000000000000" pitchFamily="50" charset="-52"/>
              </a:rPr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uk-UA" sz="1200" dirty="0">
                <a:solidFill>
                  <a:srgbClr val="1A1A1A"/>
                </a:solidFill>
                <a:latin typeface="e-Ukraine" panose="00000500000000000000" pitchFamily="50" charset="-52"/>
              </a:rPr>
              <a:t>Або </a:t>
            </a:r>
            <a:r>
              <a:rPr lang="en-US" sz="1200" dirty="0">
                <a:solidFill>
                  <a:srgbClr val="1A1A1A"/>
                </a:solidFill>
                <a:latin typeface="e-Ukraine" panose="00000500000000000000" pitchFamily="50" charset="-52"/>
              </a:rPr>
              <a:t>d diam </a:t>
            </a:r>
            <a:r>
              <a:rPr lang="en-US" sz="1200" dirty="0" err="1">
                <a:solidFill>
                  <a:srgbClr val="1A1A1A"/>
                </a:solidFill>
                <a:latin typeface="e-Ukraine" panose="00000500000000000000" pitchFamily="50" charset="-52"/>
              </a:rPr>
              <a:t>nonummy</a:t>
            </a:r>
            <a:r>
              <a:rPr lang="en-US" sz="1200" dirty="0">
                <a:solidFill>
                  <a:srgbClr val="1A1A1A"/>
                </a:solidFill>
                <a:latin typeface="e-Ukraine" panose="00000500000000000000" pitchFamily="50" charset="-52"/>
              </a:rPr>
              <a:t> </a:t>
            </a:r>
            <a:r>
              <a:rPr lang="en-US" sz="1200" dirty="0" err="1">
                <a:solidFill>
                  <a:srgbClr val="1A1A1A"/>
                </a:solidFill>
                <a:latin typeface="e-Ukraine" panose="00000500000000000000" pitchFamily="50" charset="-52"/>
              </a:rPr>
              <a:t>nibh</a:t>
            </a:r>
            <a:r>
              <a:rPr lang="en-US" sz="1200" dirty="0">
                <a:solidFill>
                  <a:srgbClr val="1A1A1A"/>
                </a:solidFill>
                <a:latin typeface="e-Ukraine" panose="00000500000000000000" pitchFamily="50" charset="-52"/>
              </a:rPr>
              <a:t> </a:t>
            </a:r>
            <a:r>
              <a:rPr lang="en-US" sz="1200" dirty="0" err="1">
                <a:solidFill>
                  <a:srgbClr val="1A1A1A"/>
                </a:solidFill>
                <a:latin typeface="e-Ukraine" panose="00000500000000000000" pitchFamily="50" charset="-52"/>
              </a:rPr>
              <a:t>euismod</a:t>
            </a:r>
            <a:r>
              <a:rPr lang="en-US" sz="1200" dirty="0">
                <a:solidFill>
                  <a:srgbClr val="1A1A1A"/>
                </a:solidFill>
                <a:latin typeface="e-Ukraine" panose="00000500000000000000" pitchFamily="50" charset="-52"/>
              </a:rPr>
              <a:t> </a:t>
            </a:r>
            <a:r>
              <a:rPr lang="en-US" sz="1200" dirty="0" err="1">
                <a:solidFill>
                  <a:srgbClr val="1A1A1A"/>
                </a:solidFill>
                <a:latin typeface="e-Ukraine" panose="00000500000000000000" pitchFamily="50" charset="-52"/>
              </a:rPr>
              <a:t>tincidunt</a:t>
            </a:r>
            <a:r>
              <a:rPr lang="en-US" sz="1200" dirty="0">
                <a:solidFill>
                  <a:srgbClr val="1A1A1A"/>
                </a:solidFill>
                <a:latin typeface="e-Ukraine" panose="00000500000000000000" pitchFamily="50" charset="-52"/>
              </a:rPr>
              <a:t> </a:t>
            </a:r>
            <a:r>
              <a:rPr lang="en-US" sz="1200" dirty="0" err="1">
                <a:solidFill>
                  <a:srgbClr val="1A1A1A"/>
                </a:solidFill>
                <a:latin typeface="e-Ukraine" panose="00000500000000000000" pitchFamily="50" charset="-52"/>
              </a:rPr>
              <a:t>ut</a:t>
            </a:r>
            <a:r>
              <a:rPr lang="en-US" sz="1200" dirty="0">
                <a:solidFill>
                  <a:srgbClr val="1A1A1A"/>
                </a:solidFill>
                <a:latin typeface="e-Ukraine" panose="00000500000000000000" pitchFamily="50" charset="-52"/>
              </a:rPr>
              <a:t> </a:t>
            </a:r>
            <a:r>
              <a:rPr lang="en-US" sz="1200" dirty="0" err="1">
                <a:solidFill>
                  <a:srgbClr val="1A1A1A"/>
                </a:solidFill>
                <a:latin typeface="e-Ukraine" panose="00000500000000000000" pitchFamily="50" charset="-52"/>
              </a:rPr>
              <a:t>laoreet</a:t>
            </a:r>
            <a:r>
              <a:rPr lang="en-US" sz="1200" dirty="0">
                <a:solidFill>
                  <a:srgbClr val="1A1A1A"/>
                </a:solidFill>
                <a:latin typeface="e-Ukraine" panose="00000500000000000000" pitchFamily="50" charset="-52"/>
              </a:rPr>
              <a:t> dolore magna </a:t>
            </a:r>
            <a:r>
              <a:rPr lang="en-US" sz="1200" dirty="0" err="1">
                <a:solidFill>
                  <a:srgbClr val="1A1A1A"/>
                </a:solidFill>
                <a:latin typeface="e-Ukraine" panose="00000500000000000000" pitchFamily="50" charset="-52"/>
              </a:rPr>
              <a:t>aliquam</a:t>
            </a:r>
            <a:r>
              <a:rPr lang="en-US" sz="1200" dirty="0">
                <a:solidFill>
                  <a:srgbClr val="1A1A1A"/>
                </a:solidFill>
                <a:latin typeface="e-Ukraine" panose="00000500000000000000" pitchFamily="50" charset="-52"/>
              </a:rPr>
              <a:t> </a:t>
            </a:r>
            <a:r>
              <a:rPr lang="en-US" sz="1200" dirty="0" err="1">
                <a:solidFill>
                  <a:srgbClr val="1A1A1A"/>
                </a:solidFill>
                <a:latin typeface="e-Ukraine" panose="00000500000000000000" pitchFamily="50" charset="-52"/>
              </a:rPr>
              <a:t>erat</a:t>
            </a:r>
            <a:r>
              <a:rPr lang="en-US" sz="1200" dirty="0">
                <a:solidFill>
                  <a:srgbClr val="1A1A1A"/>
                </a:solidFill>
                <a:latin typeface="e-Ukraine" panose="00000500000000000000" pitchFamily="50" charset="-52"/>
              </a:rPr>
              <a:t> </a:t>
            </a:r>
            <a:r>
              <a:rPr lang="en-US" sz="1200" dirty="0" err="1">
                <a:solidFill>
                  <a:srgbClr val="1A1A1A"/>
                </a:solidFill>
                <a:latin typeface="e-Ukraine" panose="00000500000000000000" pitchFamily="50" charset="-52"/>
              </a:rPr>
              <a:t>volutpat</a:t>
            </a:r>
            <a:r>
              <a:rPr lang="en-US" sz="1200" dirty="0">
                <a:solidFill>
                  <a:srgbClr val="1A1A1A"/>
                </a:solidFill>
                <a:latin typeface="e-Ukraine" panose="00000500000000000000" pitchFamily="50" charset="-52"/>
              </a:rPr>
              <a:t>. </a:t>
            </a:r>
            <a:endParaRPr lang="uk-UA" sz="1200" dirty="0">
              <a:solidFill>
                <a:srgbClr val="1A1A1A"/>
              </a:solidFill>
              <a:latin typeface="e-Ukraine" panose="00000500000000000000" pitchFamily="50" charset="-52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uk-UA" sz="1200" dirty="0">
              <a:solidFill>
                <a:srgbClr val="1A1A1A"/>
              </a:solidFill>
              <a:latin typeface="e-Ukraine" panose="00000500000000000000" pitchFamily="50" charset="-52"/>
            </a:endParaRPr>
          </a:p>
          <a:p>
            <a:r>
              <a:rPr lang="uk-UA" sz="1200" dirty="0">
                <a:solidFill>
                  <a:srgbClr val="1A1A1A"/>
                </a:solidFill>
                <a:latin typeface="e-Ukraine" panose="00000500000000000000" pitchFamily="50" charset="-52"/>
              </a:rPr>
              <a:t>ВАЖЛИВО! Якщо використовується деталізований фон, тексти та іншу інформацію потрібно на </a:t>
            </a:r>
            <a:r>
              <a:rPr lang="uk-UA" sz="1200" dirty="0" err="1">
                <a:solidFill>
                  <a:srgbClr val="1A1A1A"/>
                </a:solidFill>
                <a:latin typeface="e-Ukraine" panose="00000500000000000000" pitchFamily="50" charset="-52"/>
              </a:rPr>
              <a:t>підложках</a:t>
            </a:r>
            <a:r>
              <a:rPr lang="uk-UA" sz="1200" dirty="0">
                <a:solidFill>
                  <a:srgbClr val="1A1A1A"/>
                </a:solidFill>
                <a:latin typeface="e-Ukraine" panose="00000500000000000000" pitchFamily="50" charset="-52"/>
              </a:rPr>
              <a:t> з простих кольорів</a:t>
            </a:r>
            <a:endParaRPr lang="uk-UA" sz="1200" b="1" i="1" dirty="0">
              <a:solidFill>
                <a:srgbClr val="1A1A1A"/>
              </a:solidFill>
              <a:latin typeface="e-Ukraine" panose="00000500000000000000" pitchFamily="50" charset="-52"/>
            </a:endParaRPr>
          </a:p>
        </p:txBody>
      </p:sp>
      <p:sp>
        <p:nvSpPr>
          <p:cNvPr id="9" name="Rectangle: Diagonal Corners Snipped 8">
            <a:extLst>
              <a:ext uri="{FF2B5EF4-FFF2-40B4-BE49-F238E27FC236}">
                <a16:creationId xmlns:a16="http://schemas.microsoft.com/office/drawing/2014/main" id="{6379C9D8-4253-54CD-12E0-47F487FC3360}"/>
              </a:ext>
            </a:extLst>
          </p:cNvPr>
          <p:cNvSpPr/>
          <p:nvPr/>
        </p:nvSpPr>
        <p:spPr>
          <a:xfrm>
            <a:off x="4628645" y="862032"/>
            <a:ext cx="4281040" cy="3014053"/>
          </a:xfrm>
          <a:prstGeom prst="snip2DiagRect">
            <a:avLst>
              <a:gd name="adj1" fmla="val 0"/>
              <a:gd name="adj2" fmla="val 6412"/>
            </a:avLst>
          </a:prstGeom>
          <a:solidFill>
            <a:srgbClr val="BCBA8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uk-UA" sz="1200" dirty="0">
                <a:solidFill>
                  <a:srgbClr val="1A1A1A"/>
                </a:solidFill>
                <a:latin typeface="e-Ukraine" panose="00000500000000000000" pitchFamily="50" charset="-52"/>
              </a:rPr>
              <a:t>Основний текст блоку, Шрифт </a:t>
            </a:r>
            <a:r>
              <a:rPr lang="en-US" sz="1200" dirty="0">
                <a:solidFill>
                  <a:srgbClr val="1A1A1A"/>
                </a:solidFill>
                <a:latin typeface="e-Ukraine" panose="00000500000000000000" pitchFamily="50" charset="-52"/>
              </a:rPr>
              <a:t>e-Ukraine </a:t>
            </a:r>
            <a:r>
              <a:rPr lang="uk-UA" sz="1200" dirty="0">
                <a:solidFill>
                  <a:srgbClr val="1A1A1A"/>
                </a:solidFill>
                <a:latin typeface="e-Ukraine" panose="00000500000000000000" pitchFamily="50" charset="-52"/>
              </a:rPr>
              <a:t>10-12</a:t>
            </a:r>
            <a:r>
              <a:rPr lang="en-US" sz="1200" dirty="0">
                <a:solidFill>
                  <a:srgbClr val="1A1A1A"/>
                </a:solidFill>
                <a:latin typeface="e-Ukraine" panose="00000500000000000000" pitchFamily="50" charset="-52"/>
              </a:rPr>
              <a:t> pt</a:t>
            </a:r>
            <a:r>
              <a:rPr lang="uk-UA" sz="1200" dirty="0">
                <a:solidFill>
                  <a:srgbClr val="1A1A1A"/>
                </a:solidFill>
                <a:latin typeface="e-Ukraine" panose="00000500000000000000" pitchFamily="50" charset="-52"/>
              </a:rPr>
              <a:t>.</a:t>
            </a:r>
          </a:p>
          <a:p>
            <a:endParaRPr lang="uk-UA" sz="1200" dirty="0">
              <a:solidFill>
                <a:srgbClr val="1A1A1A"/>
              </a:solidFill>
              <a:latin typeface="e-Ukraine" panose="00000500000000000000" pitchFamily="50" charset="-52"/>
            </a:endParaRPr>
          </a:p>
          <a:p>
            <a:r>
              <a:rPr lang="uk-UA" sz="1200" dirty="0">
                <a:solidFill>
                  <a:srgbClr val="1A1A1A"/>
                </a:solidFill>
                <a:latin typeface="e-Ukraine" panose="00000500000000000000" pitchFamily="50" charset="-52"/>
              </a:rPr>
              <a:t>Текст може бути без заголовку. Або комбінований: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uk-UA" sz="1200" dirty="0">
                <a:solidFill>
                  <a:srgbClr val="1A1A1A"/>
                </a:solidFill>
                <a:latin typeface="e-Ukraine" panose="00000500000000000000" pitchFamily="50" charset="-52"/>
              </a:rPr>
              <a:t>Наприклад </a:t>
            </a:r>
            <a:r>
              <a:rPr lang="en-US" sz="1200" dirty="0">
                <a:solidFill>
                  <a:srgbClr val="1A1A1A"/>
                </a:solidFill>
                <a:latin typeface="e-Ukraine" panose="00000500000000000000" pitchFamily="50" charset="-52"/>
              </a:rPr>
              <a:t>Lorem ipsum dolor sit </a:t>
            </a:r>
            <a:r>
              <a:rPr lang="en-US" sz="1200" dirty="0" err="1">
                <a:solidFill>
                  <a:srgbClr val="1A1A1A"/>
                </a:solidFill>
                <a:latin typeface="e-Ukraine" panose="00000500000000000000" pitchFamily="50" charset="-52"/>
              </a:rPr>
              <a:t>amet</a:t>
            </a:r>
            <a:r>
              <a:rPr lang="en-US" sz="1200" dirty="0">
                <a:solidFill>
                  <a:srgbClr val="1A1A1A"/>
                </a:solidFill>
                <a:latin typeface="e-Ukraine" panose="00000500000000000000" pitchFamily="50" charset="-52"/>
              </a:rPr>
              <a:t>, </a:t>
            </a:r>
            <a:r>
              <a:rPr lang="en-US" sz="1200" dirty="0" err="1">
                <a:solidFill>
                  <a:srgbClr val="1A1A1A"/>
                </a:solidFill>
                <a:latin typeface="e-Ukraine" panose="00000500000000000000" pitchFamily="50" charset="-52"/>
              </a:rPr>
              <a:t>consectetuer</a:t>
            </a:r>
            <a:r>
              <a:rPr lang="en-US" sz="1200" dirty="0">
                <a:solidFill>
                  <a:srgbClr val="1A1A1A"/>
                </a:solidFill>
                <a:latin typeface="e-Ukraine" panose="00000500000000000000" pitchFamily="50" charset="-52"/>
              </a:rPr>
              <a:t> </a:t>
            </a:r>
            <a:r>
              <a:rPr lang="en-US" sz="1200" dirty="0" err="1">
                <a:solidFill>
                  <a:srgbClr val="1A1A1A"/>
                </a:solidFill>
                <a:latin typeface="e-Ukraine" panose="00000500000000000000" pitchFamily="50" charset="-52"/>
              </a:rPr>
              <a:t>adipiscing</a:t>
            </a:r>
            <a:r>
              <a:rPr lang="en-US" sz="1200" dirty="0">
                <a:solidFill>
                  <a:srgbClr val="1A1A1A"/>
                </a:solidFill>
                <a:latin typeface="e-Ukraine" panose="00000500000000000000" pitchFamily="50" charset="-52"/>
              </a:rPr>
              <a:t> </a:t>
            </a:r>
            <a:r>
              <a:rPr lang="en-US" sz="1200" dirty="0" err="1">
                <a:solidFill>
                  <a:srgbClr val="1A1A1A"/>
                </a:solidFill>
                <a:latin typeface="e-Ukraine" panose="00000500000000000000" pitchFamily="50" charset="-52"/>
              </a:rPr>
              <a:t>elit</a:t>
            </a:r>
            <a:r>
              <a:rPr lang="uk-UA" sz="1200" dirty="0">
                <a:solidFill>
                  <a:srgbClr val="1A1A1A"/>
                </a:solidFill>
                <a:latin typeface="e-Ukraine" panose="00000500000000000000" pitchFamily="50" charset="-52"/>
              </a:rPr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uk-UA" sz="1200" dirty="0">
                <a:solidFill>
                  <a:srgbClr val="1A1A1A"/>
                </a:solidFill>
                <a:latin typeface="e-Ukraine" panose="00000500000000000000" pitchFamily="50" charset="-52"/>
              </a:rPr>
              <a:t>Або </a:t>
            </a:r>
            <a:r>
              <a:rPr lang="en-US" sz="1200" dirty="0">
                <a:solidFill>
                  <a:srgbClr val="1A1A1A"/>
                </a:solidFill>
                <a:latin typeface="e-Ukraine" panose="00000500000000000000" pitchFamily="50" charset="-52"/>
              </a:rPr>
              <a:t>d diam </a:t>
            </a:r>
            <a:r>
              <a:rPr lang="en-US" sz="1200" dirty="0" err="1">
                <a:solidFill>
                  <a:srgbClr val="1A1A1A"/>
                </a:solidFill>
                <a:latin typeface="e-Ukraine" panose="00000500000000000000" pitchFamily="50" charset="-52"/>
              </a:rPr>
              <a:t>nonummy</a:t>
            </a:r>
            <a:r>
              <a:rPr lang="en-US" sz="1200" dirty="0">
                <a:solidFill>
                  <a:srgbClr val="1A1A1A"/>
                </a:solidFill>
                <a:latin typeface="e-Ukraine" panose="00000500000000000000" pitchFamily="50" charset="-52"/>
              </a:rPr>
              <a:t> </a:t>
            </a:r>
            <a:r>
              <a:rPr lang="en-US" sz="1200" dirty="0" err="1">
                <a:solidFill>
                  <a:srgbClr val="1A1A1A"/>
                </a:solidFill>
                <a:latin typeface="e-Ukraine" panose="00000500000000000000" pitchFamily="50" charset="-52"/>
              </a:rPr>
              <a:t>nibh</a:t>
            </a:r>
            <a:r>
              <a:rPr lang="en-US" sz="1200" dirty="0">
                <a:solidFill>
                  <a:srgbClr val="1A1A1A"/>
                </a:solidFill>
                <a:latin typeface="e-Ukraine" panose="00000500000000000000" pitchFamily="50" charset="-52"/>
              </a:rPr>
              <a:t> </a:t>
            </a:r>
            <a:r>
              <a:rPr lang="en-US" sz="1200" dirty="0" err="1">
                <a:solidFill>
                  <a:srgbClr val="1A1A1A"/>
                </a:solidFill>
                <a:latin typeface="e-Ukraine" panose="00000500000000000000" pitchFamily="50" charset="-52"/>
              </a:rPr>
              <a:t>euismod</a:t>
            </a:r>
            <a:r>
              <a:rPr lang="en-US" sz="1200" dirty="0">
                <a:solidFill>
                  <a:srgbClr val="1A1A1A"/>
                </a:solidFill>
                <a:latin typeface="e-Ukraine" panose="00000500000000000000" pitchFamily="50" charset="-52"/>
              </a:rPr>
              <a:t> </a:t>
            </a:r>
            <a:r>
              <a:rPr lang="en-US" sz="1200" dirty="0" err="1">
                <a:solidFill>
                  <a:srgbClr val="1A1A1A"/>
                </a:solidFill>
                <a:latin typeface="e-Ukraine" panose="00000500000000000000" pitchFamily="50" charset="-52"/>
              </a:rPr>
              <a:t>tincidunt</a:t>
            </a:r>
            <a:r>
              <a:rPr lang="en-US" sz="1200" dirty="0">
                <a:solidFill>
                  <a:srgbClr val="1A1A1A"/>
                </a:solidFill>
                <a:latin typeface="e-Ukraine" panose="00000500000000000000" pitchFamily="50" charset="-52"/>
              </a:rPr>
              <a:t> </a:t>
            </a:r>
            <a:r>
              <a:rPr lang="en-US" sz="1200" dirty="0" err="1">
                <a:solidFill>
                  <a:srgbClr val="1A1A1A"/>
                </a:solidFill>
                <a:latin typeface="e-Ukraine" panose="00000500000000000000" pitchFamily="50" charset="-52"/>
              </a:rPr>
              <a:t>ut</a:t>
            </a:r>
            <a:r>
              <a:rPr lang="en-US" sz="1200" dirty="0">
                <a:solidFill>
                  <a:srgbClr val="1A1A1A"/>
                </a:solidFill>
                <a:latin typeface="e-Ukraine" panose="00000500000000000000" pitchFamily="50" charset="-52"/>
              </a:rPr>
              <a:t> </a:t>
            </a:r>
            <a:r>
              <a:rPr lang="en-US" sz="1200" dirty="0" err="1">
                <a:solidFill>
                  <a:srgbClr val="1A1A1A"/>
                </a:solidFill>
                <a:latin typeface="e-Ukraine" panose="00000500000000000000" pitchFamily="50" charset="-52"/>
              </a:rPr>
              <a:t>laoreet</a:t>
            </a:r>
            <a:r>
              <a:rPr lang="en-US" sz="1200" dirty="0">
                <a:solidFill>
                  <a:srgbClr val="1A1A1A"/>
                </a:solidFill>
                <a:latin typeface="e-Ukraine" panose="00000500000000000000" pitchFamily="50" charset="-52"/>
              </a:rPr>
              <a:t> dolore magna </a:t>
            </a:r>
            <a:r>
              <a:rPr lang="en-US" sz="1200" dirty="0" err="1">
                <a:solidFill>
                  <a:srgbClr val="1A1A1A"/>
                </a:solidFill>
                <a:latin typeface="e-Ukraine" panose="00000500000000000000" pitchFamily="50" charset="-52"/>
              </a:rPr>
              <a:t>aliquam</a:t>
            </a:r>
            <a:r>
              <a:rPr lang="en-US" sz="1200" dirty="0">
                <a:solidFill>
                  <a:srgbClr val="1A1A1A"/>
                </a:solidFill>
                <a:latin typeface="e-Ukraine" panose="00000500000000000000" pitchFamily="50" charset="-52"/>
              </a:rPr>
              <a:t> </a:t>
            </a:r>
            <a:r>
              <a:rPr lang="en-US" sz="1200" dirty="0" err="1">
                <a:solidFill>
                  <a:srgbClr val="1A1A1A"/>
                </a:solidFill>
                <a:latin typeface="e-Ukraine" panose="00000500000000000000" pitchFamily="50" charset="-52"/>
              </a:rPr>
              <a:t>erat</a:t>
            </a:r>
            <a:r>
              <a:rPr lang="en-US" sz="1200" dirty="0">
                <a:solidFill>
                  <a:srgbClr val="1A1A1A"/>
                </a:solidFill>
                <a:latin typeface="e-Ukraine" panose="00000500000000000000" pitchFamily="50" charset="-52"/>
              </a:rPr>
              <a:t> </a:t>
            </a:r>
            <a:r>
              <a:rPr lang="en-US" sz="1200" dirty="0" err="1">
                <a:solidFill>
                  <a:srgbClr val="1A1A1A"/>
                </a:solidFill>
                <a:latin typeface="e-Ukraine" panose="00000500000000000000" pitchFamily="50" charset="-52"/>
              </a:rPr>
              <a:t>volutpat</a:t>
            </a:r>
            <a:r>
              <a:rPr lang="en-US" sz="1200" dirty="0">
                <a:solidFill>
                  <a:srgbClr val="1A1A1A"/>
                </a:solidFill>
                <a:latin typeface="e-Ukraine" panose="00000500000000000000" pitchFamily="50" charset="-52"/>
              </a:rPr>
              <a:t>. </a:t>
            </a:r>
            <a:endParaRPr lang="uk-UA" sz="1200" dirty="0">
              <a:solidFill>
                <a:srgbClr val="1A1A1A"/>
              </a:solidFill>
              <a:latin typeface="e-Ukraine" panose="00000500000000000000" pitchFamily="50" charset="-52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uk-UA" sz="1200" dirty="0">
              <a:solidFill>
                <a:srgbClr val="1A1A1A"/>
              </a:solidFill>
              <a:latin typeface="e-Ukraine" panose="00000500000000000000" pitchFamily="50" charset="-52"/>
            </a:endParaRPr>
          </a:p>
          <a:p>
            <a:r>
              <a:rPr lang="uk-UA" sz="1200" dirty="0">
                <a:solidFill>
                  <a:srgbClr val="1A1A1A"/>
                </a:solidFill>
                <a:latin typeface="e-Ukraine" panose="00000500000000000000" pitchFamily="50" charset="-52"/>
              </a:rPr>
              <a:t>Блоки можуть бути зменшені по висоті. </a:t>
            </a:r>
          </a:p>
          <a:p>
            <a:r>
              <a:rPr lang="uk-UA" sz="1200" b="1" dirty="0">
                <a:solidFill>
                  <a:srgbClr val="1A1A1A"/>
                </a:solidFill>
                <a:latin typeface="e-Ukraine" panose="00000500000000000000" pitchFamily="50" charset="-52"/>
              </a:rPr>
              <a:t>Не рекомендовано змінювати ширину та розміщення блоків.</a:t>
            </a:r>
            <a:endParaRPr lang="en-US" sz="1200" b="1" dirty="0">
              <a:solidFill>
                <a:srgbClr val="1A1A1A"/>
              </a:solidFill>
              <a:latin typeface="e-Ukraine" panose="00000500000000000000" pitchFamily="50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271274701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029038D-A2A3-1FB1-261E-26DBDEB1DB96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0" y="0"/>
            <a:ext cx="9144000" cy="5143500"/>
          </a:xfrm>
          <a:prstGeom prst="rect">
            <a:avLst/>
          </a:prstGeom>
        </p:spPr>
      </p:pic>
      <p:sp>
        <p:nvSpPr>
          <p:cNvPr id="6" name="Text 0">
            <a:extLst>
              <a:ext uri="{FF2B5EF4-FFF2-40B4-BE49-F238E27FC236}">
                <a16:creationId xmlns:a16="http://schemas.microsoft.com/office/drawing/2014/main" id="{F55F90BD-8DB5-AEA1-469E-085739EACA61}"/>
              </a:ext>
            </a:extLst>
          </p:cNvPr>
          <p:cNvSpPr/>
          <p:nvPr/>
        </p:nvSpPr>
        <p:spPr>
          <a:xfrm>
            <a:off x="234316" y="107731"/>
            <a:ext cx="5859133" cy="5780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uk-UA" sz="2000" kern="0" spc="-70" dirty="0">
                <a:solidFill>
                  <a:schemeClr val="bg1"/>
                </a:solidFill>
                <a:latin typeface="e-Ukraine Head Bold" panose="00000800000000000000" pitchFamily="50" charset="-52"/>
                <a:ea typeface="e-Ukraine Head" pitchFamily="34" charset="-122"/>
                <a:cs typeface="e-Ukraine Head" pitchFamily="34" charset="-120"/>
              </a:rPr>
              <a:t>Приклад оформлення слайду </a:t>
            </a:r>
            <a:br>
              <a:rPr lang="uk-UA" sz="2000" kern="0" spc="-70" dirty="0">
                <a:solidFill>
                  <a:schemeClr val="bg1"/>
                </a:solidFill>
                <a:latin typeface="e-Ukraine Head Bold" panose="00000800000000000000" pitchFamily="50" charset="-52"/>
                <a:ea typeface="e-Ukraine Head" pitchFamily="34" charset="-122"/>
                <a:cs typeface="e-Ukraine Head" pitchFamily="34" charset="-120"/>
              </a:rPr>
            </a:br>
            <a:r>
              <a:rPr lang="uk-UA" sz="2000" kern="0" spc="-70" dirty="0">
                <a:solidFill>
                  <a:schemeClr val="bg1"/>
                </a:solidFill>
                <a:latin typeface="e-Ukraine Head Bold" panose="00000800000000000000" pitchFamily="50" charset="-52"/>
                <a:ea typeface="e-Ukraine Head" pitchFamily="34" charset="-122"/>
                <a:cs typeface="e-Ukraine Head" pitchFamily="34" charset="-120"/>
              </a:rPr>
              <a:t>з «дизайнерським» фоном</a:t>
            </a:r>
            <a:endParaRPr lang="en-US" sz="2000" kern="0" spc="-70" dirty="0">
              <a:solidFill>
                <a:schemeClr val="bg1"/>
              </a:solidFill>
              <a:latin typeface="e-Ukraine Head Bold" panose="00000800000000000000" pitchFamily="50" charset="-52"/>
              <a:ea typeface="e-Ukraine Head" pitchFamily="34" charset="-122"/>
              <a:cs typeface="e-Ukraine Head" pitchFamily="34" charset="-120"/>
            </a:endParaRP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AD036449-0142-4154-B874-B1414474ED6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46099" y="197455"/>
            <a:ext cx="1693272" cy="256081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32BA251A-4420-C081-4694-D72B9238CA9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092022" y="197455"/>
            <a:ext cx="817662" cy="256081"/>
          </a:xfrm>
          <a:prstGeom prst="rect">
            <a:avLst/>
          </a:prstGeom>
        </p:spPr>
      </p:pic>
      <p:sp>
        <p:nvSpPr>
          <p:cNvPr id="8" name="Rectangle: Diagonal Corners Snipped 7">
            <a:extLst>
              <a:ext uri="{FF2B5EF4-FFF2-40B4-BE49-F238E27FC236}">
                <a16:creationId xmlns:a16="http://schemas.microsoft.com/office/drawing/2014/main" id="{49C5E6E6-CA91-1473-E440-2CF3A033ABEB}"/>
              </a:ext>
            </a:extLst>
          </p:cNvPr>
          <p:cNvSpPr/>
          <p:nvPr/>
        </p:nvSpPr>
        <p:spPr>
          <a:xfrm>
            <a:off x="234316" y="862032"/>
            <a:ext cx="4281040" cy="3847531"/>
          </a:xfrm>
          <a:prstGeom prst="snip2DiagRect">
            <a:avLst>
              <a:gd name="adj1" fmla="val 0"/>
              <a:gd name="adj2" fmla="val 6412"/>
            </a:avLst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uk-UA" sz="1200" b="1" dirty="0">
                <a:solidFill>
                  <a:schemeClr val="bg1"/>
                </a:solidFill>
                <a:latin typeface="e-Ukraine" panose="00000500000000000000" pitchFamily="50" charset="-52"/>
              </a:rPr>
              <a:t>Заголовок блоку, Шрифт </a:t>
            </a:r>
            <a:r>
              <a:rPr lang="en-US" sz="1200" b="1" dirty="0">
                <a:solidFill>
                  <a:schemeClr val="bg1"/>
                </a:solidFill>
                <a:latin typeface="e-Ukraine" panose="00000500000000000000" pitchFamily="50" charset="-52"/>
              </a:rPr>
              <a:t>e-Ukraine Bold </a:t>
            </a:r>
            <a:r>
              <a:rPr lang="uk-UA" sz="1200" b="1" dirty="0">
                <a:solidFill>
                  <a:schemeClr val="bg1"/>
                </a:solidFill>
                <a:latin typeface="e-Ukraine" panose="00000500000000000000" pitchFamily="50" charset="-52"/>
              </a:rPr>
              <a:t>12</a:t>
            </a:r>
            <a:r>
              <a:rPr lang="en-US" sz="1200" b="1" dirty="0">
                <a:solidFill>
                  <a:schemeClr val="bg1"/>
                </a:solidFill>
                <a:latin typeface="e-Ukraine" panose="00000500000000000000" pitchFamily="50" charset="-52"/>
              </a:rPr>
              <a:t> pt</a:t>
            </a:r>
            <a:endParaRPr lang="uk-UA" sz="1200" b="1" dirty="0">
              <a:solidFill>
                <a:schemeClr val="bg1"/>
              </a:solidFill>
              <a:latin typeface="e-Ukraine" panose="00000500000000000000" pitchFamily="50" charset="-52"/>
            </a:endParaRPr>
          </a:p>
          <a:p>
            <a:endParaRPr lang="uk-UA" sz="1200" dirty="0">
              <a:solidFill>
                <a:schemeClr val="bg1"/>
              </a:solidFill>
              <a:latin typeface="e-Ukraine" panose="00000500000000000000" pitchFamily="50" charset="-52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uk-UA" sz="1200" dirty="0">
                <a:solidFill>
                  <a:schemeClr val="bg1"/>
                </a:solidFill>
                <a:latin typeface="e-Ukraine" panose="00000500000000000000" pitchFamily="50" charset="-52"/>
              </a:rPr>
              <a:t>Основний текст блоку зі списком, Шрифт </a:t>
            </a:r>
            <a:r>
              <a:rPr lang="en-US" sz="1200" dirty="0">
                <a:solidFill>
                  <a:schemeClr val="bg1"/>
                </a:solidFill>
                <a:latin typeface="e-Ukraine" panose="00000500000000000000" pitchFamily="50" charset="-52"/>
              </a:rPr>
              <a:t>e-Ukraine </a:t>
            </a:r>
            <a:r>
              <a:rPr lang="uk-UA" sz="1200" dirty="0">
                <a:solidFill>
                  <a:schemeClr val="bg1"/>
                </a:solidFill>
                <a:latin typeface="e-Ukraine" panose="00000500000000000000" pitchFamily="50" charset="-52"/>
              </a:rPr>
              <a:t>10-12</a:t>
            </a:r>
            <a:r>
              <a:rPr lang="en-US" sz="1200" dirty="0">
                <a:solidFill>
                  <a:schemeClr val="bg1"/>
                </a:solidFill>
                <a:latin typeface="e-Ukraine" panose="00000500000000000000" pitchFamily="50" charset="-52"/>
              </a:rPr>
              <a:t> pt</a:t>
            </a:r>
            <a:r>
              <a:rPr lang="uk-UA" sz="1200" dirty="0">
                <a:solidFill>
                  <a:schemeClr val="bg1"/>
                </a:solidFill>
                <a:latin typeface="e-Ukraine" panose="00000500000000000000" pitchFamily="50" charset="-52"/>
              </a:rPr>
              <a:t>. </a:t>
            </a:r>
          </a:p>
          <a:p>
            <a:endParaRPr lang="uk-UA" sz="1200" dirty="0">
              <a:solidFill>
                <a:schemeClr val="bg1"/>
              </a:solidFill>
              <a:latin typeface="e-Ukraine" panose="00000500000000000000" pitchFamily="50" charset="-52"/>
            </a:endParaRPr>
          </a:p>
          <a:p>
            <a:r>
              <a:rPr lang="uk-UA" sz="1200" dirty="0">
                <a:solidFill>
                  <a:schemeClr val="bg1"/>
                </a:solidFill>
                <a:latin typeface="e-Ukraine" panose="00000500000000000000" pitchFamily="50" charset="-52"/>
              </a:rPr>
              <a:t>Текст може бути без заголовку. Або комбінований: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uk-UA" sz="1200" dirty="0">
                <a:solidFill>
                  <a:schemeClr val="bg1"/>
                </a:solidFill>
                <a:latin typeface="e-Ukraine" panose="00000500000000000000" pitchFamily="50" charset="-52"/>
              </a:rPr>
              <a:t>Наприклад </a:t>
            </a:r>
            <a:r>
              <a:rPr lang="en-US" sz="1200" dirty="0">
                <a:solidFill>
                  <a:schemeClr val="bg1"/>
                </a:solidFill>
                <a:latin typeface="e-Ukraine" panose="00000500000000000000" pitchFamily="50" charset="-52"/>
              </a:rPr>
              <a:t>Lorem ipsum dolor sit </a:t>
            </a:r>
            <a:r>
              <a:rPr lang="en-US" sz="1200" dirty="0" err="1">
                <a:solidFill>
                  <a:schemeClr val="bg1"/>
                </a:solidFill>
                <a:latin typeface="e-Ukraine" panose="00000500000000000000" pitchFamily="50" charset="-52"/>
              </a:rPr>
              <a:t>amet</a:t>
            </a:r>
            <a:r>
              <a:rPr lang="en-US" sz="1200" dirty="0">
                <a:solidFill>
                  <a:schemeClr val="bg1"/>
                </a:solidFill>
                <a:latin typeface="e-Ukraine" panose="00000500000000000000" pitchFamily="50" charset="-52"/>
              </a:rPr>
              <a:t>, </a:t>
            </a:r>
            <a:r>
              <a:rPr lang="en-US" sz="1200" dirty="0" err="1">
                <a:solidFill>
                  <a:schemeClr val="bg1"/>
                </a:solidFill>
                <a:latin typeface="e-Ukraine" panose="00000500000000000000" pitchFamily="50" charset="-52"/>
              </a:rPr>
              <a:t>consectetuer</a:t>
            </a:r>
            <a:r>
              <a:rPr lang="en-US" sz="1200" dirty="0">
                <a:solidFill>
                  <a:schemeClr val="bg1"/>
                </a:solidFill>
                <a:latin typeface="e-Ukraine" panose="00000500000000000000" pitchFamily="50" charset="-52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e-Ukraine" panose="00000500000000000000" pitchFamily="50" charset="-52"/>
              </a:rPr>
              <a:t>adipiscing</a:t>
            </a:r>
            <a:r>
              <a:rPr lang="en-US" sz="1200" dirty="0">
                <a:solidFill>
                  <a:schemeClr val="bg1"/>
                </a:solidFill>
                <a:latin typeface="e-Ukraine" panose="00000500000000000000" pitchFamily="50" charset="-52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e-Ukraine" panose="00000500000000000000" pitchFamily="50" charset="-52"/>
              </a:rPr>
              <a:t>elit</a:t>
            </a:r>
            <a:r>
              <a:rPr lang="uk-UA" sz="1200" dirty="0">
                <a:solidFill>
                  <a:schemeClr val="bg1"/>
                </a:solidFill>
                <a:latin typeface="e-Ukraine" panose="00000500000000000000" pitchFamily="50" charset="-52"/>
              </a:rPr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uk-UA" sz="1200" dirty="0">
                <a:solidFill>
                  <a:schemeClr val="bg1"/>
                </a:solidFill>
                <a:latin typeface="e-Ukraine" panose="00000500000000000000" pitchFamily="50" charset="-52"/>
              </a:rPr>
              <a:t>Або </a:t>
            </a:r>
            <a:r>
              <a:rPr lang="en-US" sz="1200" dirty="0">
                <a:solidFill>
                  <a:schemeClr val="bg1"/>
                </a:solidFill>
                <a:latin typeface="e-Ukraine" panose="00000500000000000000" pitchFamily="50" charset="-52"/>
              </a:rPr>
              <a:t>d diam </a:t>
            </a:r>
            <a:r>
              <a:rPr lang="en-US" sz="1200" dirty="0" err="1">
                <a:solidFill>
                  <a:schemeClr val="bg1"/>
                </a:solidFill>
                <a:latin typeface="e-Ukraine" panose="00000500000000000000" pitchFamily="50" charset="-52"/>
              </a:rPr>
              <a:t>nonummy</a:t>
            </a:r>
            <a:r>
              <a:rPr lang="en-US" sz="1200" dirty="0">
                <a:solidFill>
                  <a:schemeClr val="bg1"/>
                </a:solidFill>
                <a:latin typeface="e-Ukraine" panose="00000500000000000000" pitchFamily="50" charset="-52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e-Ukraine" panose="00000500000000000000" pitchFamily="50" charset="-52"/>
              </a:rPr>
              <a:t>nibh</a:t>
            </a:r>
            <a:r>
              <a:rPr lang="en-US" sz="1200" dirty="0">
                <a:solidFill>
                  <a:schemeClr val="bg1"/>
                </a:solidFill>
                <a:latin typeface="e-Ukraine" panose="00000500000000000000" pitchFamily="50" charset="-52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e-Ukraine" panose="00000500000000000000" pitchFamily="50" charset="-52"/>
              </a:rPr>
              <a:t>euismod</a:t>
            </a:r>
            <a:r>
              <a:rPr lang="en-US" sz="1200" dirty="0">
                <a:solidFill>
                  <a:schemeClr val="bg1"/>
                </a:solidFill>
                <a:latin typeface="e-Ukraine" panose="00000500000000000000" pitchFamily="50" charset="-52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e-Ukraine" panose="00000500000000000000" pitchFamily="50" charset="-52"/>
              </a:rPr>
              <a:t>tincidunt</a:t>
            </a:r>
            <a:r>
              <a:rPr lang="en-US" sz="1200" dirty="0">
                <a:solidFill>
                  <a:schemeClr val="bg1"/>
                </a:solidFill>
                <a:latin typeface="e-Ukraine" panose="00000500000000000000" pitchFamily="50" charset="-52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e-Ukraine" panose="00000500000000000000" pitchFamily="50" charset="-52"/>
              </a:rPr>
              <a:t>ut</a:t>
            </a:r>
            <a:r>
              <a:rPr lang="en-US" sz="1200" dirty="0">
                <a:solidFill>
                  <a:schemeClr val="bg1"/>
                </a:solidFill>
                <a:latin typeface="e-Ukraine" panose="00000500000000000000" pitchFamily="50" charset="-52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e-Ukraine" panose="00000500000000000000" pitchFamily="50" charset="-52"/>
              </a:rPr>
              <a:t>laoreet</a:t>
            </a:r>
            <a:r>
              <a:rPr lang="en-US" sz="1200" dirty="0">
                <a:solidFill>
                  <a:schemeClr val="bg1"/>
                </a:solidFill>
                <a:latin typeface="e-Ukraine" panose="00000500000000000000" pitchFamily="50" charset="-52"/>
              </a:rPr>
              <a:t> dolore magna </a:t>
            </a:r>
            <a:r>
              <a:rPr lang="en-US" sz="1200" dirty="0" err="1">
                <a:solidFill>
                  <a:schemeClr val="bg1"/>
                </a:solidFill>
                <a:latin typeface="e-Ukraine" panose="00000500000000000000" pitchFamily="50" charset="-52"/>
              </a:rPr>
              <a:t>aliquam</a:t>
            </a:r>
            <a:r>
              <a:rPr lang="en-US" sz="1200" dirty="0">
                <a:solidFill>
                  <a:schemeClr val="bg1"/>
                </a:solidFill>
                <a:latin typeface="e-Ukraine" panose="00000500000000000000" pitchFamily="50" charset="-52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e-Ukraine" panose="00000500000000000000" pitchFamily="50" charset="-52"/>
              </a:rPr>
              <a:t>erat</a:t>
            </a:r>
            <a:r>
              <a:rPr lang="en-US" sz="1200" dirty="0">
                <a:solidFill>
                  <a:schemeClr val="bg1"/>
                </a:solidFill>
                <a:latin typeface="e-Ukraine" panose="00000500000000000000" pitchFamily="50" charset="-52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e-Ukraine" panose="00000500000000000000" pitchFamily="50" charset="-52"/>
              </a:rPr>
              <a:t>volutpat</a:t>
            </a:r>
            <a:r>
              <a:rPr lang="en-US" sz="1200" dirty="0">
                <a:solidFill>
                  <a:schemeClr val="bg1"/>
                </a:solidFill>
                <a:latin typeface="e-Ukraine" panose="00000500000000000000" pitchFamily="50" charset="-52"/>
              </a:rPr>
              <a:t>. </a:t>
            </a:r>
            <a:endParaRPr lang="uk-UA" sz="1200" dirty="0">
              <a:solidFill>
                <a:schemeClr val="bg1"/>
              </a:solidFill>
              <a:latin typeface="e-Ukraine" panose="00000500000000000000" pitchFamily="50" charset="-52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uk-UA" sz="1200" dirty="0">
              <a:solidFill>
                <a:schemeClr val="bg1"/>
              </a:solidFill>
              <a:latin typeface="e-Ukraine" panose="00000500000000000000" pitchFamily="50" charset="-52"/>
            </a:endParaRPr>
          </a:p>
          <a:p>
            <a:r>
              <a:rPr lang="uk-UA" sz="1200" dirty="0">
                <a:solidFill>
                  <a:schemeClr val="bg1"/>
                </a:solidFill>
                <a:latin typeface="e-Ukraine" panose="00000500000000000000" pitchFamily="50" charset="-52"/>
              </a:rPr>
              <a:t>ВАЖЛИВО! Якщо використовується розмитий фон, тексти та іншу інформацію можна розміщати без </a:t>
            </a:r>
            <a:r>
              <a:rPr lang="uk-UA" sz="1200" dirty="0" err="1">
                <a:solidFill>
                  <a:schemeClr val="bg1"/>
                </a:solidFill>
                <a:latin typeface="e-Ukraine" panose="00000500000000000000" pitchFamily="50" charset="-52"/>
              </a:rPr>
              <a:t>підложок</a:t>
            </a:r>
            <a:endParaRPr lang="uk-UA" sz="1200" b="1" i="1" dirty="0">
              <a:solidFill>
                <a:schemeClr val="bg1"/>
              </a:solidFill>
              <a:latin typeface="e-Ukraine" panose="00000500000000000000" pitchFamily="50" charset="-52"/>
            </a:endParaRPr>
          </a:p>
        </p:txBody>
      </p:sp>
      <p:sp>
        <p:nvSpPr>
          <p:cNvPr id="9" name="Rectangle: Diagonal Corners Snipped 8">
            <a:extLst>
              <a:ext uri="{FF2B5EF4-FFF2-40B4-BE49-F238E27FC236}">
                <a16:creationId xmlns:a16="http://schemas.microsoft.com/office/drawing/2014/main" id="{6379C9D8-4253-54CD-12E0-47F487FC3360}"/>
              </a:ext>
            </a:extLst>
          </p:cNvPr>
          <p:cNvSpPr/>
          <p:nvPr/>
        </p:nvSpPr>
        <p:spPr>
          <a:xfrm>
            <a:off x="4628645" y="862032"/>
            <a:ext cx="4281040" cy="3014053"/>
          </a:xfrm>
          <a:prstGeom prst="snip2DiagRect">
            <a:avLst>
              <a:gd name="adj1" fmla="val 0"/>
              <a:gd name="adj2" fmla="val 6412"/>
            </a:avLst>
          </a:prstGeom>
          <a:solidFill>
            <a:srgbClr val="BCBA8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uk-UA" sz="1200" dirty="0">
                <a:solidFill>
                  <a:srgbClr val="1A1A1A"/>
                </a:solidFill>
                <a:latin typeface="e-Ukraine" panose="00000500000000000000" pitchFamily="50" charset="-52"/>
              </a:rPr>
              <a:t>Основний текст блоку, Шрифт </a:t>
            </a:r>
            <a:r>
              <a:rPr lang="en-US" sz="1200" dirty="0">
                <a:solidFill>
                  <a:srgbClr val="1A1A1A"/>
                </a:solidFill>
                <a:latin typeface="e-Ukraine" panose="00000500000000000000" pitchFamily="50" charset="-52"/>
              </a:rPr>
              <a:t>e-Ukraine </a:t>
            </a:r>
            <a:r>
              <a:rPr lang="uk-UA" sz="1200" dirty="0">
                <a:solidFill>
                  <a:srgbClr val="1A1A1A"/>
                </a:solidFill>
                <a:latin typeface="e-Ukraine" panose="00000500000000000000" pitchFamily="50" charset="-52"/>
              </a:rPr>
              <a:t>10-12</a:t>
            </a:r>
            <a:r>
              <a:rPr lang="en-US" sz="1200" dirty="0">
                <a:solidFill>
                  <a:srgbClr val="1A1A1A"/>
                </a:solidFill>
                <a:latin typeface="e-Ukraine" panose="00000500000000000000" pitchFamily="50" charset="-52"/>
              </a:rPr>
              <a:t> pt</a:t>
            </a:r>
            <a:r>
              <a:rPr lang="uk-UA" sz="1200" dirty="0">
                <a:solidFill>
                  <a:srgbClr val="1A1A1A"/>
                </a:solidFill>
                <a:latin typeface="e-Ukraine" panose="00000500000000000000" pitchFamily="50" charset="-52"/>
              </a:rPr>
              <a:t>.</a:t>
            </a:r>
          </a:p>
          <a:p>
            <a:endParaRPr lang="uk-UA" sz="1200" dirty="0">
              <a:solidFill>
                <a:srgbClr val="1A1A1A"/>
              </a:solidFill>
              <a:latin typeface="e-Ukraine" panose="00000500000000000000" pitchFamily="50" charset="-52"/>
            </a:endParaRPr>
          </a:p>
          <a:p>
            <a:r>
              <a:rPr lang="uk-UA" sz="1200" dirty="0">
                <a:solidFill>
                  <a:srgbClr val="1A1A1A"/>
                </a:solidFill>
                <a:latin typeface="e-Ukraine" panose="00000500000000000000" pitchFamily="50" charset="-52"/>
              </a:rPr>
              <a:t>Текст може бути без заголовку. Або комбінований: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uk-UA" sz="1200" dirty="0">
                <a:solidFill>
                  <a:srgbClr val="1A1A1A"/>
                </a:solidFill>
                <a:latin typeface="e-Ukraine" panose="00000500000000000000" pitchFamily="50" charset="-52"/>
              </a:rPr>
              <a:t>Наприклад </a:t>
            </a:r>
            <a:r>
              <a:rPr lang="en-US" sz="1200" dirty="0">
                <a:solidFill>
                  <a:srgbClr val="1A1A1A"/>
                </a:solidFill>
                <a:latin typeface="e-Ukraine" panose="00000500000000000000" pitchFamily="50" charset="-52"/>
              </a:rPr>
              <a:t>Lorem ipsum dolor sit </a:t>
            </a:r>
            <a:r>
              <a:rPr lang="en-US" sz="1200" dirty="0" err="1">
                <a:solidFill>
                  <a:srgbClr val="1A1A1A"/>
                </a:solidFill>
                <a:latin typeface="e-Ukraine" panose="00000500000000000000" pitchFamily="50" charset="-52"/>
              </a:rPr>
              <a:t>amet</a:t>
            </a:r>
            <a:r>
              <a:rPr lang="en-US" sz="1200" dirty="0">
                <a:solidFill>
                  <a:srgbClr val="1A1A1A"/>
                </a:solidFill>
                <a:latin typeface="e-Ukraine" panose="00000500000000000000" pitchFamily="50" charset="-52"/>
              </a:rPr>
              <a:t>, </a:t>
            </a:r>
            <a:r>
              <a:rPr lang="en-US" sz="1200" dirty="0" err="1">
                <a:solidFill>
                  <a:srgbClr val="1A1A1A"/>
                </a:solidFill>
                <a:latin typeface="e-Ukraine" panose="00000500000000000000" pitchFamily="50" charset="-52"/>
              </a:rPr>
              <a:t>consectetuer</a:t>
            </a:r>
            <a:r>
              <a:rPr lang="en-US" sz="1200" dirty="0">
                <a:solidFill>
                  <a:srgbClr val="1A1A1A"/>
                </a:solidFill>
                <a:latin typeface="e-Ukraine" panose="00000500000000000000" pitchFamily="50" charset="-52"/>
              </a:rPr>
              <a:t> </a:t>
            </a:r>
            <a:r>
              <a:rPr lang="en-US" sz="1200" dirty="0" err="1">
                <a:solidFill>
                  <a:srgbClr val="1A1A1A"/>
                </a:solidFill>
                <a:latin typeface="e-Ukraine" panose="00000500000000000000" pitchFamily="50" charset="-52"/>
              </a:rPr>
              <a:t>adipiscing</a:t>
            </a:r>
            <a:r>
              <a:rPr lang="en-US" sz="1200" dirty="0">
                <a:solidFill>
                  <a:srgbClr val="1A1A1A"/>
                </a:solidFill>
                <a:latin typeface="e-Ukraine" panose="00000500000000000000" pitchFamily="50" charset="-52"/>
              </a:rPr>
              <a:t> </a:t>
            </a:r>
            <a:r>
              <a:rPr lang="en-US" sz="1200" dirty="0" err="1">
                <a:solidFill>
                  <a:srgbClr val="1A1A1A"/>
                </a:solidFill>
                <a:latin typeface="e-Ukraine" panose="00000500000000000000" pitchFamily="50" charset="-52"/>
              </a:rPr>
              <a:t>elit</a:t>
            </a:r>
            <a:r>
              <a:rPr lang="uk-UA" sz="1200" dirty="0">
                <a:solidFill>
                  <a:srgbClr val="1A1A1A"/>
                </a:solidFill>
                <a:latin typeface="e-Ukraine" panose="00000500000000000000" pitchFamily="50" charset="-52"/>
              </a:rPr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uk-UA" sz="1200" dirty="0">
                <a:solidFill>
                  <a:srgbClr val="1A1A1A"/>
                </a:solidFill>
                <a:latin typeface="e-Ukraine" panose="00000500000000000000" pitchFamily="50" charset="-52"/>
              </a:rPr>
              <a:t>Або </a:t>
            </a:r>
            <a:r>
              <a:rPr lang="en-US" sz="1200" dirty="0">
                <a:solidFill>
                  <a:srgbClr val="1A1A1A"/>
                </a:solidFill>
                <a:latin typeface="e-Ukraine" panose="00000500000000000000" pitchFamily="50" charset="-52"/>
              </a:rPr>
              <a:t>d diam </a:t>
            </a:r>
            <a:r>
              <a:rPr lang="en-US" sz="1200" dirty="0" err="1">
                <a:solidFill>
                  <a:srgbClr val="1A1A1A"/>
                </a:solidFill>
                <a:latin typeface="e-Ukraine" panose="00000500000000000000" pitchFamily="50" charset="-52"/>
              </a:rPr>
              <a:t>nonummy</a:t>
            </a:r>
            <a:r>
              <a:rPr lang="en-US" sz="1200" dirty="0">
                <a:solidFill>
                  <a:srgbClr val="1A1A1A"/>
                </a:solidFill>
                <a:latin typeface="e-Ukraine" panose="00000500000000000000" pitchFamily="50" charset="-52"/>
              </a:rPr>
              <a:t> </a:t>
            </a:r>
            <a:r>
              <a:rPr lang="en-US" sz="1200" dirty="0" err="1">
                <a:solidFill>
                  <a:srgbClr val="1A1A1A"/>
                </a:solidFill>
                <a:latin typeface="e-Ukraine" panose="00000500000000000000" pitchFamily="50" charset="-52"/>
              </a:rPr>
              <a:t>nibh</a:t>
            </a:r>
            <a:r>
              <a:rPr lang="en-US" sz="1200" dirty="0">
                <a:solidFill>
                  <a:srgbClr val="1A1A1A"/>
                </a:solidFill>
                <a:latin typeface="e-Ukraine" panose="00000500000000000000" pitchFamily="50" charset="-52"/>
              </a:rPr>
              <a:t> </a:t>
            </a:r>
            <a:r>
              <a:rPr lang="en-US" sz="1200" dirty="0" err="1">
                <a:solidFill>
                  <a:srgbClr val="1A1A1A"/>
                </a:solidFill>
                <a:latin typeface="e-Ukraine" panose="00000500000000000000" pitchFamily="50" charset="-52"/>
              </a:rPr>
              <a:t>euismod</a:t>
            </a:r>
            <a:r>
              <a:rPr lang="en-US" sz="1200" dirty="0">
                <a:solidFill>
                  <a:srgbClr val="1A1A1A"/>
                </a:solidFill>
                <a:latin typeface="e-Ukraine" panose="00000500000000000000" pitchFamily="50" charset="-52"/>
              </a:rPr>
              <a:t> </a:t>
            </a:r>
            <a:r>
              <a:rPr lang="en-US" sz="1200" dirty="0" err="1">
                <a:solidFill>
                  <a:srgbClr val="1A1A1A"/>
                </a:solidFill>
                <a:latin typeface="e-Ukraine" panose="00000500000000000000" pitchFamily="50" charset="-52"/>
              </a:rPr>
              <a:t>tincidunt</a:t>
            </a:r>
            <a:r>
              <a:rPr lang="en-US" sz="1200" dirty="0">
                <a:solidFill>
                  <a:srgbClr val="1A1A1A"/>
                </a:solidFill>
                <a:latin typeface="e-Ukraine" panose="00000500000000000000" pitchFamily="50" charset="-52"/>
              </a:rPr>
              <a:t> </a:t>
            </a:r>
            <a:r>
              <a:rPr lang="en-US" sz="1200" dirty="0" err="1">
                <a:solidFill>
                  <a:srgbClr val="1A1A1A"/>
                </a:solidFill>
                <a:latin typeface="e-Ukraine" panose="00000500000000000000" pitchFamily="50" charset="-52"/>
              </a:rPr>
              <a:t>ut</a:t>
            </a:r>
            <a:r>
              <a:rPr lang="en-US" sz="1200" dirty="0">
                <a:solidFill>
                  <a:srgbClr val="1A1A1A"/>
                </a:solidFill>
                <a:latin typeface="e-Ukraine" panose="00000500000000000000" pitchFamily="50" charset="-52"/>
              </a:rPr>
              <a:t> </a:t>
            </a:r>
            <a:r>
              <a:rPr lang="en-US" sz="1200" dirty="0" err="1">
                <a:solidFill>
                  <a:srgbClr val="1A1A1A"/>
                </a:solidFill>
                <a:latin typeface="e-Ukraine" panose="00000500000000000000" pitchFamily="50" charset="-52"/>
              </a:rPr>
              <a:t>laoreet</a:t>
            </a:r>
            <a:r>
              <a:rPr lang="en-US" sz="1200" dirty="0">
                <a:solidFill>
                  <a:srgbClr val="1A1A1A"/>
                </a:solidFill>
                <a:latin typeface="e-Ukraine" panose="00000500000000000000" pitchFamily="50" charset="-52"/>
              </a:rPr>
              <a:t> dolore magna </a:t>
            </a:r>
            <a:r>
              <a:rPr lang="en-US" sz="1200" dirty="0" err="1">
                <a:solidFill>
                  <a:srgbClr val="1A1A1A"/>
                </a:solidFill>
                <a:latin typeface="e-Ukraine" panose="00000500000000000000" pitchFamily="50" charset="-52"/>
              </a:rPr>
              <a:t>aliquam</a:t>
            </a:r>
            <a:r>
              <a:rPr lang="en-US" sz="1200" dirty="0">
                <a:solidFill>
                  <a:srgbClr val="1A1A1A"/>
                </a:solidFill>
                <a:latin typeface="e-Ukraine" panose="00000500000000000000" pitchFamily="50" charset="-52"/>
              </a:rPr>
              <a:t> </a:t>
            </a:r>
            <a:r>
              <a:rPr lang="en-US" sz="1200" dirty="0" err="1">
                <a:solidFill>
                  <a:srgbClr val="1A1A1A"/>
                </a:solidFill>
                <a:latin typeface="e-Ukraine" panose="00000500000000000000" pitchFamily="50" charset="-52"/>
              </a:rPr>
              <a:t>erat</a:t>
            </a:r>
            <a:r>
              <a:rPr lang="en-US" sz="1200" dirty="0">
                <a:solidFill>
                  <a:srgbClr val="1A1A1A"/>
                </a:solidFill>
                <a:latin typeface="e-Ukraine" panose="00000500000000000000" pitchFamily="50" charset="-52"/>
              </a:rPr>
              <a:t> </a:t>
            </a:r>
            <a:r>
              <a:rPr lang="en-US" sz="1200" dirty="0" err="1">
                <a:solidFill>
                  <a:srgbClr val="1A1A1A"/>
                </a:solidFill>
                <a:latin typeface="e-Ukraine" panose="00000500000000000000" pitchFamily="50" charset="-52"/>
              </a:rPr>
              <a:t>volutpat</a:t>
            </a:r>
            <a:r>
              <a:rPr lang="en-US" sz="1200" dirty="0">
                <a:solidFill>
                  <a:srgbClr val="1A1A1A"/>
                </a:solidFill>
                <a:latin typeface="e-Ukraine" panose="00000500000000000000" pitchFamily="50" charset="-52"/>
              </a:rPr>
              <a:t>. </a:t>
            </a:r>
            <a:endParaRPr lang="uk-UA" sz="1200" dirty="0">
              <a:solidFill>
                <a:srgbClr val="1A1A1A"/>
              </a:solidFill>
              <a:latin typeface="e-Ukraine" panose="00000500000000000000" pitchFamily="50" charset="-52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uk-UA" sz="1200" dirty="0">
              <a:solidFill>
                <a:srgbClr val="1A1A1A"/>
              </a:solidFill>
              <a:latin typeface="e-Ukraine" panose="00000500000000000000" pitchFamily="50" charset="-52"/>
            </a:endParaRPr>
          </a:p>
          <a:p>
            <a:r>
              <a:rPr lang="uk-UA" sz="1200" dirty="0">
                <a:solidFill>
                  <a:srgbClr val="1A1A1A"/>
                </a:solidFill>
                <a:latin typeface="e-Ukraine" panose="00000500000000000000" pitchFamily="50" charset="-52"/>
              </a:rPr>
              <a:t>Блоки можуть бути зменшені по висоті. </a:t>
            </a:r>
          </a:p>
          <a:p>
            <a:r>
              <a:rPr lang="uk-UA" sz="1200" b="1" dirty="0">
                <a:solidFill>
                  <a:srgbClr val="1A1A1A"/>
                </a:solidFill>
                <a:latin typeface="e-Ukraine" panose="00000500000000000000" pitchFamily="50" charset="-52"/>
              </a:rPr>
              <a:t>Не рекомендовано змінювати ширину та розміщення блоків.</a:t>
            </a:r>
            <a:endParaRPr lang="en-US" sz="1200" b="1" dirty="0">
              <a:solidFill>
                <a:srgbClr val="1A1A1A"/>
              </a:solidFill>
              <a:latin typeface="e-Ukraine" panose="00000500000000000000" pitchFamily="50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420649152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22E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3600E40B-B4A2-D901-3D09-D0FD41E8899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09304" y="563488"/>
            <a:ext cx="1367075" cy="481007"/>
          </a:xfrm>
          <a:prstGeom prst="rect">
            <a:avLst/>
          </a:prstGeom>
        </p:spPr>
      </p:pic>
      <p:sp>
        <p:nvSpPr>
          <p:cNvPr id="4" name="Text 0">
            <a:extLst>
              <a:ext uri="{FF2B5EF4-FFF2-40B4-BE49-F238E27FC236}">
                <a16:creationId xmlns:a16="http://schemas.microsoft.com/office/drawing/2014/main" id="{B117BDA8-0A9F-CB7B-A396-EFD8ED5C6B51}"/>
              </a:ext>
            </a:extLst>
          </p:cNvPr>
          <p:cNvSpPr/>
          <p:nvPr/>
        </p:nvSpPr>
        <p:spPr>
          <a:xfrm>
            <a:off x="1161915" y="1603454"/>
            <a:ext cx="6705600" cy="15320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lnSpc>
                <a:spcPts val="4221"/>
              </a:lnSpc>
              <a:buNone/>
            </a:pPr>
            <a:r>
              <a:rPr lang="en-US" sz="3200" kern="0" spc="-70" dirty="0" err="1">
                <a:solidFill>
                  <a:schemeClr val="bg1"/>
                </a:solidFill>
                <a:latin typeface="e-Ukraine Head Bold" panose="00000800000000000000" pitchFamily="50" charset="-52"/>
                <a:ea typeface="e-Ukraine Head" pitchFamily="34" charset="-122"/>
                <a:cs typeface="e-Ukraine Head" pitchFamily="34" charset="-120"/>
              </a:rPr>
              <a:t>Тема</a:t>
            </a:r>
            <a:r>
              <a:rPr lang="uk-UA" sz="3200" kern="0" spc="-70" dirty="0">
                <a:solidFill>
                  <a:schemeClr val="bg1"/>
                </a:solidFill>
                <a:latin typeface="e-Ukraine Head Bold" panose="00000800000000000000" pitchFamily="50" charset="-52"/>
                <a:ea typeface="e-Ukraine Head" pitchFamily="34" charset="-122"/>
                <a:cs typeface="e-Ukraine Head" pitchFamily="34" charset="-120"/>
              </a:rPr>
              <a:t> (заголовок)</a:t>
            </a:r>
            <a:r>
              <a:rPr lang="en-US" sz="3200" kern="0" spc="-70" dirty="0">
                <a:solidFill>
                  <a:schemeClr val="bg1"/>
                </a:solidFill>
                <a:latin typeface="e-Ukraine Head Bold" panose="00000800000000000000" pitchFamily="50" charset="-52"/>
                <a:ea typeface="e-Ukraine Head" pitchFamily="34" charset="-122"/>
                <a:cs typeface="e-Ukraine Head" pitchFamily="34" charset="-120"/>
              </a:rPr>
              <a:t> </a:t>
            </a:r>
            <a:r>
              <a:rPr lang="en-US" sz="3200" kern="0" spc="-70" dirty="0" err="1">
                <a:solidFill>
                  <a:schemeClr val="bg1"/>
                </a:solidFill>
                <a:latin typeface="e-Ukraine Head Bold" panose="00000800000000000000" pitchFamily="50" charset="-52"/>
                <a:ea typeface="e-Ukraine Head" pitchFamily="34" charset="-122"/>
                <a:cs typeface="e-Ukraine Head" pitchFamily="34" charset="-120"/>
              </a:rPr>
              <a:t>презентації</a:t>
            </a:r>
            <a:endParaRPr lang="en-US" sz="3200" dirty="0">
              <a:solidFill>
                <a:schemeClr val="bg1"/>
              </a:solidFill>
              <a:latin typeface="e-Ukraine Head Bold" panose="00000800000000000000" pitchFamily="50" charset="-52"/>
            </a:endParaRPr>
          </a:p>
        </p:txBody>
      </p:sp>
      <p:sp>
        <p:nvSpPr>
          <p:cNvPr id="6" name="Text 0">
            <a:extLst>
              <a:ext uri="{FF2B5EF4-FFF2-40B4-BE49-F238E27FC236}">
                <a16:creationId xmlns:a16="http://schemas.microsoft.com/office/drawing/2014/main" id="{8152A2F4-18C7-0F8A-4EB0-1E132B9517EB}"/>
              </a:ext>
            </a:extLst>
          </p:cNvPr>
          <p:cNvSpPr/>
          <p:nvPr/>
        </p:nvSpPr>
        <p:spPr>
          <a:xfrm>
            <a:off x="1161915" y="3294278"/>
            <a:ext cx="6705600" cy="912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uk-UA" sz="2000" kern="0" spc="-70" dirty="0">
                <a:solidFill>
                  <a:schemeClr val="bg1"/>
                </a:solidFill>
                <a:latin typeface="e-Ukraine" panose="00000500000000000000" pitchFamily="50" charset="-52"/>
                <a:ea typeface="e-Ukraine Head" pitchFamily="34" charset="-122"/>
                <a:cs typeface="e-Ukraine Head" pitchFamily="34" charset="-120"/>
              </a:rPr>
              <a:t>Додаткова тема або опис до</a:t>
            </a:r>
            <a:r>
              <a:rPr lang="en-US" sz="2000" kern="0" spc="-70" dirty="0">
                <a:solidFill>
                  <a:schemeClr val="bg1"/>
                </a:solidFill>
                <a:latin typeface="e-Ukraine" panose="00000500000000000000" pitchFamily="50" charset="-52"/>
                <a:ea typeface="e-Ukraine Head" pitchFamily="34" charset="-122"/>
                <a:cs typeface="e-Ukraine Head" pitchFamily="34" charset="-120"/>
              </a:rPr>
              <a:t> </a:t>
            </a:r>
            <a:r>
              <a:rPr lang="en-US" sz="2000" kern="0" spc="-70" dirty="0" err="1">
                <a:solidFill>
                  <a:schemeClr val="bg1"/>
                </a:solidFill>
                <a:latin typeface="e-Ukraine" panose="00000500000000000000" pitchFamily="50" charset="-52"/>
                <a:ea typeface="e-Ukraine Head" pitchFamily="34" charset="-122"/>
                <a:cs typeface="e-Ukraine Head" pitchFamily="34" charset="-120"/>
              </a:rPr>
              <a:t>презентації</a:t>
            </a:r>
            <a:endParaRPr lang="en-US" sz="2000" dirty="0">
              <a:solidFill>
                <a:schemeClr val="bg1"/>
              </a:solidFill>
              <a:latin typeface="e-Ukraine" panose="00000500000000000000" pitchFamily="50" charset="-52"/>
            </a:endParaRPr>
          </a:p>
        </p:txBody>
      </p:sp>
      <p:sp>
        <p:nvSpPr>
          <p:cNvPr id="7" name="Text 0">
            <a:extLst>
              <a:ext uri="{FF2B5EF4-FFF2-40B4-BE49-F238E27FC236}">
                <a16:creationId xmlns:a16="http://schemas.microsoft.com/office/drawing/2014/main" id="{A0C28789-1686-7E3B-9335-398E71C57E17}"/>
              </a:ext>
            </a:extLst>
          </p:cNvPr>
          <p:cNvSpPr/>
          <p:nvPr/>
        </p:nvSpPr>
        <p:spPr>
          <a:xfrm>
            <a:off x="1161915" y="4821013"/>
            <a:ext cx="6705600" cy="3224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uk-UA" sz="1200" kern="0" spc="-70" dirty="0">
                <a:solidFill>
                  <a:schemeClr val="bg1"/>
                </a:solidFill>
                <a:latin typeface="e-Ukraine" panose="00000500000000000000" pitchFamily="50" charset="-52"/>
                <a:ea typeface="e-Ukraine Head" pitchFamily="34" charset="-122"/>
                <a:cs typeface="e-Ukraine Head" pitchFamily="34" charset="-120"/>
              </a:rPr>
              <a:t>26-02-2026</a:t>
            </a:r>
            <a:endParaRPr lang="en-US" sz="1200" kern="0" spc="-70" dirty="0">
              <a:solidFill>
                <a:schemeClr val="bg1"/>
              </a:solidFill>
              <a:latin typeface="e-Ukraine" panose="00000500000000000000" pitchFamily="50" charset="-52"/>
              <a:ea typeface="e-Ukraine Head" pitchFamily="34" charset="-122"/>
              <a:cs typeface="e-Ukraine Head" pitchFamily="34" charset="-120"/>
            </a:endParaRP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6C9432B3-C866-2291-950C-8C10397062E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30016" y="563488"/>
            <a:ext cx="2800350" cy="514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308011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3600E40B-B4A2-D901-3D09-D0FD41E8899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181873" y="197455"/>
            <a:ext cx="727811" cy="256081"/>
          </a:xfrm>
          <a:prstGeom prst="rect">
            <a:avLst/>
          </a:prstGeom>
        </p:spPr>
      </p:pic>
      <p:sp>
        <p:nvSpPr>
          <p:cNvPr id="6" name="Text 0">
            <a:extLst>
              <a:ext uri="{FF2B5EF4-FFF2-40B4-BE49-F238E27FC236}">
                <a16:creationId xmlns:a16="http://schemas.microsoft.com/office/drawing/2014/main" id="{F55F90BD-8DB5-AEA1-469E-085739EACA61}"/>
              </a:ext>
            </a:extLst>
          </p:cNvPr>
          <p:cNvSpPr/>
          <p:nvPr/>
        </p:nvSpPr>
        <p:spPr>
          <a:xfrm>
            <a:off x="234316" y="107731"/>
            <a:ext cx="5859133" cy="5780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uk-UA" sz="2000" kern="0" spc="-70" dirty="0">
                <a:solidFill>
                  <a:srgbClr val="1A1A1A"/>
                </a:solidFill>
                <a:latin typeface="e-Ukraine Head Bold" panose="00000800000000000000" pitchFamily="50" charset="-52"/>
                <a:ea typeface="e-Ukraine Head" pitchFamily="34" charset="-122"/>
                <a:cs typeface="e-Ukraine Head" pitchFamily="34" charset="-120"/>
              </a:rPr>
              <a:t>Контекст</a:t>
            </a:r>
            <a:endParaRPr lang="en-US" sz="2000" kern="0" spc="-70" dirty="0">
              <a:solidFill>
                <a:srgbClr val="1A1A1A"/>
              </a:solidFill>
              <a:latin typeface="e-Ukraine Head Bold" panose="00000800000000000000" pitchFamily="50" charset="-52"/>
              <a:ea typeface="e-Ukraine Head" pitchFamily="34" charset="-122"/>
              <a:cs typeface="e-Ukraine Head" pitchFamily="34" charset="-120"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B95BAFEA-BC7A-2776-75B7-C381D15CE4A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90784" y="197455"/>
            <a:ext cx="1493513" cy="274319"/>
          </a:xfrm>
          <a:prstGeom prst="rect">
            <a:avLst/>
          </a:prstGeom>
        </p:spPr>
      </p:pic>
      <p:sp>
        <p:nvSpPr>
          <p:cNvPr id="15" name="Rectangle: Diagonal Corners Snipped 14">
            <a:extLst>
              <a:ext uri="{FF2B5EF4-FFF2-40B4-BE49-F238E27FC236}">
                <a16:creationId xmlns:a16="http://schemas.microsoft.com/office/drawing/2014/main" id="{5E0C505B-85B5-9B2B-E101-A17262A1A57C}"/>
              </a:ext>
            </a:extLst>
          </p:cNvPr>
          <p:cNvSpPr/>
          <p:nvPr/>
        </p:nvSpPr>
        <p:spPr>
          <a:xfrm>
            <a:off x="234316" y="1981200"/>
            <a:ext cx="8675368" cy="1609196"/>
          </a:xfrm>
          <a:prstGeom prst="snip2DiagRect">
            <a:avLst>
              <a:gd name="adj1" fmla="val 0"/>
              <a:gd name="adj2" fmla="val 15232"/>
            </a:avLst>
          </a:prstGeom>
          <a:solidFill>
            <a:srgbClr val="2E57B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numCol="1" spcCol="274320" rtlCol="0" anchor="ctr"/>
          <a:lstStyle/>
          <a:p>
            <a:pPr algn="ctr"/>
            <a:r>
              <a:rPr lang="uk-UA" sz="1600" b="1" dirty="0">
                <a:solidFill>
                  <a:schemeClr val="bg1"/>
                </a:solidFill>
                <a:latin typeface="e-Ukraine" panose="00000500000000000000" pitchFamily="50" charset="-52"/>
              </a:rPr>
              <a:t>Текст</a:t>
            </a:r>
            <a:endParaRPr lang="uk-UA" sz="1600" dirty="0">
              <a:solidFill>
                <a:schemeClr val="bg1"/>
              </a:solidFill>
              <a:latin typeface="e-Ukraine" panose="00000500000000000000" pitchFamily="50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373081046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C67AC8-A577-7E95-0CDE-91CD692E5A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0">
            <a:extLst>
              <a:ext uri="{FF2B5EF4-FFF2-40B4-BE49-F238E27FC236}">
                <a16:creationId xmlns:a16="http://schemas.microsoft.com/office/drawing/2014/main" id="{E832D89D-10E0-92C0-6402-E14AD9B2E217}"/>
              </a:ext>
            </a:extLst>
          </p:cNvPr>
          <p:cNvSpPr/>
          <p:nvPr/>
        </p:nvSpPr>
        <p:spPr>
          <a:xfrm>
            <a:off x="234316" y="107731"/>
            <a:ext cx="5859133" cy="5780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uk-UA" sz="2000" kern="0" spc="-70" dirty="0">
                <a:solidFill>
                  <a:srgbClr val="1A1A1A"/>
                </a:solidFill>
                <a:latin typeface="e-Ukraine Head Bold" panose="00000800000000000000" pitchFamily="50" charset="-52"/>
                <a:ea typeface="e-Ukraine Head" pitchFamily="34" charset="-122"/>
                <a:cs typeface="e-Ukraine Head" pitchFamily="34" charset="-120"/>
              </a:rPr>
              <a:t>Проблема</a:t>
            </a:r>
            <a:endParaRPr lang="en-US" sz="2000" kern="0" spc="-70" dirty="0">
              <a:solidFill>
                <a:srgbClr val="1A1A1A"/>
              </a:solidFill>
              <a:latin typeface="e-Ukraine Head Bold" panose="00000800000000000000" pitchFamily="50" charset="-52"/>
              <a:ea typeface="e-Ukraine Head" pitchFamily="34" charset="-122"/>
              <a:cs typeface="e-Ukraine Head" pitchFamily="34" charset="-120"/>
            </a:endParaRP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95894B7F-150C-085C-9B9A-B1C7CBE2374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46099" y="197455"/>
            <a:ext cx="1693272" cy="256081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3ED4347D-921E-0438-AB42-C1376D899D8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092022" y="197455"/>
            <a:ext cx="817662" cy="256081"/>
          </a:xfrm>
          <a:prstGeom prst="rect">
            <a:avLst/>
          </a:prstGeom>
        </p:spPr>
      </p:pic>
      <p:sp>
        <p:nvSpPr>
          <p:cNvPr id="8" name="Rectangle: Diagonal Corners Snipped 7">
            <a:extLst>
              <a:ext uri="{FF2B5EF4-FFF2-40B4-BE49-F238E27FC236}">
                <a16:creationId xmlns:a16="http://schemas.microsoft.com/office/drawing/2014/main" id="{39B6932B-C359-D913-1EF6-D1E2A7A43AC0}"/>
              </a:ext>
            </a:extLst>
          </p:cNvPr>
          <p:cNvSpPr/>
          <p:nvPr/>
        </p:nvSpPr>
        <p:spPr>
          <a:xfrm>
            <a:off x="234316" y="862032"/>
            <a:ext cx="4281040" cy="3014053"/>
          </a:xfrm>
          <a:prstGeom prst="snip2DiagRect">
            <a:avLst>
              <a:gd name="adj1" fmla="val 0"/>
              <a:gd name="adj2" fmla="val 6412"/>
            </a:avLst>
          </a:prstGeom>
          <a:noFill/>
          <a:ln>
            <a:solidFill>
              <a:srgbClr val="1A1A1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uk-UA" sz="1200" b="1" dirty="0">
                <a:solidFill>
                  <a:srgbClr val="1A1A1A"/>
                </a:solidFill>
                <a:latin typeface="e-Ukraine" panose="00000500000000000000" pitchFamily="50" charset="-52"/>
              </a:rPr>
              <a:t>Заголовок блоку, Шрифт </a:t>
            </a:r>
            <a:r>
              <a:rPr lang="en-US" sz="1200" b="1" dirty="0">
                <a:solidFill>
                  <a:srgbClr val="1A1A1A"/>
                </a:solidFill>
                <a:latin typeface="e-Ukraine" panose="00000500000000000000" pitchFamily="50" charset="-52"/>
              </a:rPr>
              <a:t>e-Ukraine Bold </a:t>
            </a:r>
            <a:r>
              <a:rPr lang="uk-UA" sz="1200" b="1" dirty="0">
                <a:solidFill>
                  <a:srgbClr val="1A1A1A"/>
                </a:solidFill>
                <a:latin typeface="e-Ukraine" panose="00000500000000000000" pitchFamily="50" charset="-52"/>
              </a:rPr>
              <a:t>12</a:t>
            </a:r>
            <a:r>
              <a:rPr lang="en-US" sz="1200" b="1" dirty="0">
                <a:solidFill>
                  <a:srgbClr val="1A1A1A"/>
                </a:solidFill>
                <a:latin typeface="e-Ukraine" panose="00000500000000000000" pitchFamily="50" charset="-52"/>
              </a:rPr>
              <a:t> pt</a:t>
            </a:r>
            <a:endParaRPr lang="uk-UA" sz="1200" b="1" dirty="0">
              <a:solidFill>
                <a:srgbClr val="1A1A1A"/>
              </a:solidFill>
              <a:latin typeface="e-Ukraine" panose="00000500000000000000" pitchFamily="50" charset="-52"/>
            </a:endParaRPr>
          </a:p>
          <a:p>
            <a:endParaRPr lang="uk-UA" sz="1200" dirty="0">
              <a:solidFill>
                <a:srgbClr val="1A1A1A"/>
              </a:solidFill>
              <a:latin typeface="e-Ukraine" panose="00000500000000000000" pitchFamily="50" charset="-52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uk-UA" sz="1200" dirty="0">
                <a:solidFill>
                  <a:srgbClr val="1A1A1A"/>
                </a:solidFill>
                <a:latin typeface="e-Ukraine" panose="00000500000000000000" pitchFamily="50" charset="-52"/>
              </a:rPr>
              <a:t>Основний текст блоку зі списком, Шрифт </a:t>
            </a:r>
            <a:r>
              <a:rPr lang="en-US" sz="1200" dirty="0">
                <a:solidFill>
                  <a:srgbClr val="1A1A1A"/>
                </a:solidFill>
                <a:latin typeface="e-Ukraine" panose="00000500000000000000" pitchFamily="50" charset="-52"/>
              </a:rPr>
              <a:t>e-Ukraine </a:t>
            </a:r>
            <a:r>
              <a:rPr lang="uk-UA" sz="1200" dirty="0">
                <a:solidFill>
                  <a:srgbClr val="1A1A1A"/>
                </a:solidFill>
                <a:latin typeface="e-Ukraine" panose="00000500000000000000" pitchFamily="50" charset="-52"/>
              </a:rPr>
              <a:t>10-12</a:t>
            </a:r>
            <a:r>
              <a:rPr lang="en-US" sz="1200" dirty="0">
                <a:solidFill>
                  <a:srgbClr val="1A1A1A"/>
                </a:solidFill>
                <a:latin typeface="e-Ukraine" panose="00000500000000000000" pitchFamily="50" charset="-52"/>
              </a:rPr>
              <a:t> pt</a:t>
            </a:r>
            <a:r>
              <a:rPr lang="uk-UA" sz="1200" dirty="0">
                <a:solidFill>
                  <a:srgbClr val="1A1A1A"/>
                </a:solidFill>
                <a:latin typeface="e-Ukraine" panose="00000500000000000000" pitchFamily="50" charset="-52"/>
              </a:rPr>
              <a:t>. </a:t>
            </a:r>
          </a:p>
          <a:p>
            <a:endParaRPr lang="uk-UA" sz="1200" dirty="0">
              <a:solidFill>
                <a:srgbClr val="1A1A1A"/>
              </a:solidFill>
              <a:latin typeface="e-Ukraine" panose="00000500000000000000" pitchFamily="50" charset="-52"/>
            </a:endParaRPr>
          </a:p>
          <a:p>
            <a:r>
              <a:rPr lang="uk-UA" sz="1200" dirty="0">
                <a:solidFill>
                  <a:srgbClr val="1A1A1A"/>
                </a:solidFill>
                <a:latin typeface="e-Ukraine" panose="00000500000000000000" pitchFamily="50" charset="-52"/>
              </a:rPr>
              <a:t>Текст може бути без заголовку. Або комбінований: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uk-UA" sz="1200" dirty="0">
                <a:solidFill>
                  <a:srgbClr val="1A1A1A"/>
                </a:solidFill>
                <a:latin typeface="e-Ukraine" panose="00000500000000000000" pitchFamily="50" charset="-52"/>
              </a:rPr>
              <a:t>Наприклад </a:t>
            </a:r>
            <a:r>
              <a:rPr lang="en-US" sz="1200" dirty="0">
                <a:solidFill>
                  <a:srgbClr val="1A1A1A"/>
                </a:solidFill>
                <a:latin typeface="e-Ukraine" panose="00000500000000000000" pitchFamily="50" charset="-52"/>
              </a:rPr>
              <a:t>Lorem ipsum dolor sit </a:t>
            </a:r>
            <a:r>
              <a:rPr lang="en-US" sz="1200" dirty="0" err="1">
                <a:solidFill>
                  <a:srgbClr val="1A1A1A"/>
                </a:solidFill>
                <a:latin typeface="e-Ukraine" panose="00000500000000000000" pitchFamily="50" charset="-52"/>
              </a:rPr>
              <a:t>amet</a:t>
            </a:r>
            <a:r>
              <a:rPr lang="en-US" sz="1200" dirty="0">
                <a:solidFill>
                  <a:srgbClr val="1A1A1A"/>
                </a:solidFill>
                <a:latin typeface="e-Ukraine" panose="00000500000000000000" pitchFamily="50" charset="-52"/>
              </a:rPr>
              <a:t>, </a:t>
            </a:r>
            <a:r>
              <a:rPr lang="en-US" sz="1200" dirty="0" err="1">
                <a:solidFill>
                  <a:srgbClr val="1A1A1A"/>
                </a:solidFill>
                <a:latin typeface="e-Ukraine" panose="00000500000000000000" pitchFamily="50" charset="-52"/>
              </a:rPr>
              <a:t>consectetuer</a:t>
            </a:r>
            <a:r>
              <a:rPr lang="en-US" sz="1200" dirty="0">
                <a:solidFill>
                  <a:srgbClr val="1A1A1A"/>
                </a:solidFill>
                <a:latin typeface="e-Ukraine" panose="00000500000000000000" pitchFamily="50" charset="-52"/>
              </a:rPr>
              <a:t> </a:t>
            </a:r>
            <a:r>
              <a:rPr lang="en-US" sz="1200" dirty="0" err="1">
                <a:solidFill>
                  <a:srgbClr val="1A1A1A"/>
                </a:solidFill>
                <a:latin typeface="e-Ukraine" panose="00000500000000000000" pitchFamily="50" charset="-52"/>
              </a:rPr>
              <a:t>adipiscing</a:t>
            </a:r>
            <a:r>
              <a:rPr lang="en-US" sz="1200" dirty="0">
                <a:solidFill>
                  <a:srgbClr val="1A1A1A"/>
                </a:solidFill>
                <a:latin typeface="e-Ukraine" panose="00000500000000000000" pitchFamily="50" charset="-52"/>
              </a:rPr>
              <a:t> </a:t>
            </a:r>
            <a:r>
              <a:rPr lang="en-US" sz="1200" dirty="0" err="1">
                <a:solidFill>
                  <a:srgbClr val="1A1A1A"/>
                </a:solidFill>
                <a:latin typeface="e-Ukraine" panose="00000500000000000000" pitchFamily="50" charset="-52"/>
              </a:rPr>
              <a:t>elit</a:t>
            </a:r>
            <a:r>
              <a:rPr lang="uk-UA" sz="1200" dirty="0">
                <a:solidFill>
                  <a:srgbClr val="1A1A1A"/>
                </a:solidFill>
                <a:latin typeface="e-Ukraine" panose="00000500000000000000" pitchFamily="50" charset="-52"/>
              </a:rPr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uk-UA" sz="1200" dirty="0">
                <a:solidFill>
                  <a:srgbClr val="1A1A1A"/>
                </a:solidFill>
                <a:latin typeface="e-Ukraine" panose="00000500000000000000" pitchFamily="50" charset="-52"/>
              </a:rPr>
              <a:t>Або </a:t>
            </a:r>
            <a:r>
              <a:rPr lang="en-US" sz="1200" dirty="0">
                <a:solidFill>
                  <a:srgbClr val="1A1A1A"/>
                </a:solidFill>
                <a:latin typeface="e-Ukraine" panose="00000500000000000000" pitchFamily="50" charset="-52"/>
              </a:rPr>
              <a:t>d diam </a:t>
            </a:r>
            <a:r>
              <a:rPr lang="en-US" sz="1200" dirty="0" err="1">
                <a:solidFill>
                  <a:srgbClr val="1A1A1A"/>
                </a:solidFill>
                <a:latin typeface="e-Ukraine" panose="00000500000000000000" pitchFamily="50" charset="-52"/>
              </a:rPr>
              <a:t>nonummy</a:t>
            </a:r>
            <a:r>
              <a:rPr lang="en-US" sz="1200" dirty="0">
                <a:solidFill>
                  <a:srgbClr val="1A1A1A"/>
                </a:solidFill>
                <a:latin typeface="e-Ukraine" panose="00000500000000000000" pitchFamily="50" charset="-52"/>
              </a:rPr>
              <a:t> </a:t>
            </a:r>
            <a:r>
              <a:rPr lang="en-US" sz="1200" dirty="0" err="1">
                <a:solidFill>
                  <a:srgbClr val="1A1A1A"/>
                </a:solidFill>
                <a:latin typeface="e-Ukraine" panose="00000500000000000000" pitchFamily="50" charset="-52"/>
              </a:rPr>
              <a:t>nibh</a:t>
            </a:r>
            <a:r>
              <a:rPr lang="en-US" sz="1200" dirty="0">
                <a:solidFill>
                  <a:srgbClr val="1A1A1A"/>
                </a:solidFill>
                <a:latin typeface="e-Ukraine" panose="00000500000000000000" pitchFamily="50" charset="-52"/>
              </a:rPr>
              <a:t> </a:t>
            </a:r>
            <a:r>
              <a:rPr lang="en-US" sz="1200" dirty="0" err="1">
                <a:solidFill>
                  <a:srgbClr val="1A1A1A"/>
                </a:solidFill>
                <a:latin typeface="e-Ukraine" panose="00000500000000000000" pitchFamily="50" charset="-52"/>
              </a:rPr>
              <a:t>euismod</a:t>
            </a:r>
            <a:r>
              <a:rPr lang="en-US" sz="1200" dirty="0">
                <a:solidFill>
                  <a:srgbClr val="1A1A1A"/>
                </a:solidFill>
                <a:latin typeface="e-Ukraine" panose="00000500000000000000" pitchFamily="50" charset="-52"/>
              </a:rPr>
              <a:t> </a:t>
            </a:r>
            <a:r>
              <a:rPr lang="en-US" sz="1200" dirty="0" err="1">
                <a:solidFill>
                  <a:srgbClr val="1A1A1A"/>
                </a:solidFill>
                <a:latin typeface="e-Ukraine" panose="00000500000000000000" pitchFamily="50" charset="-52"/>
              </a:rPr>
              <a:t>tincidunt</a:t>
            </a:r>
            <a:r>
              <a:rPr lang="en-US" sz="1200" dirty="0">
                <a:solidFill>
                  <a:srgbClr val="1A1A1A"/>
                </a:solidFill>
                <a:latin typeface="e-Ukraine" panose="00000500000000000000" pitchFamily="50" charset="-52"/>
              </a:rPr>
              <a:t> </a:t>
            </a:r>
            <a:r>
              <a:rPr lang="en-US" sz="1200" dirty="0" err="1">
                <a:solidFill>
                  <a:srgbClr val="1A1A1A"/>
                </a:solidFill>
                <a:latin typeface="e-Ukraine" panose="00000500000000000000" pitchFamily="50" charset="-52"/>
              </a:rPr>
              <a:t>ut</a:t>
            </a:r>
            <a:r>
              <a:rPr lang="en-US" sz="1200" dirty="0">
                <a:solidFill>
                  <a:srgbClr val="1A1A1A"/>
                </a:solidFill>
                <a:latin typeface="e-Ukraine" panose="00000500000000000000" pitchFamily="50" charset="-52"/>
              </a:rPr>
              <a:t> </a:t>
            </a:r>
            <a:r>
              <a:rPr lang="en-US" sz="1200" dirty="0" err="1">
                <a:solidFill>
                  <a:srgbClr val="1A1A1A"/>
                </a:solidFill>
                <a:latin typeface="e-Ukraine" panose="00000500000000000000" pitchFamily="50" charset="-52"/>
              </a:rPr>
              <a:t>laoreet</a:t>
            </a:r>
            <a:r>
              <a:rPr lang="en-US" sz="1200" dirty="0">
                <a:solidFill>
                  <a:srgbClr val="1A1A1A"/>
                </a:solidFill>
                <a:latin typeface="e-Ukraine" panose="00000500000000000000" pitchFamily="50" charset="-52"/>
              </a:rPr>
              <a:t> dolore magna </a:t>
            </a:r>
            <a:r>
              <a:rPr lang="en-US" sz="1200" dirty="0" err="1">
                <a:solidFill>
                  <a:srgbClr val="1A1A1A"/>
                </a:solidFill>
                <a:latin typeface="e-Ukraine" panose="00000500000000000000" pitchFamily="50" charset="-52"/>
              </a:rPr>
              <a:t>aliquam</a:t>
            </a:r>
            <a:r>
              <a:rPr lang="en-US" sz="1200" dirty="0">
                <a:solidFill>
                  <a:srgbClr val="1A1A1A"/>
                </a:solidFill>
                <a:latin typeface="e-Ukraine" panose="00000500000000000000" pitchFamily="50" charset="-52"/>
              </a:rPr>
              <a:t> </a:t>
            </a:r>
            <a:r>
              <a:rPr lang="en-US" sz="1200" dirty="0" err="1">
                <a:solidFill>
                  <a:srgbClr val="1A1A1A"/>
                </a:solidFill>
                <a:latin typeface="e-Ukraine" panose="00000500000000000000" pitchFamily="50" charset="-52"/>
              </a:rPr>
              <a:t>erat</a:t>
            </a:r>
            <a:r>
              <a:rPr lang="en-US" sz="1200" dirty="0">
                <a:solidFill>
                  <a:srgbClr val="1A1A1A"/>
                </a:solidFill>
                <a:latin typeface="e-Ukraine" panose="00000500000000000000" pitchFamily="50" charset="-52"/>
              </a:rPr>
              <a:t> </a:t>
            </a:r>
            <a:r>
              <a:rPr lang="en-US" sz="1200" dirty="0" err="1">
                <a:solidFill>
                  <a:srgbClr val="1A1A1A"/>
                </a:solidFill>
                <a:latin typeface="e-Ukraine" panose="00000500000000000000" pitchFamily="50" charset="-52"/>
              </a:rPr>
              <a:t>volutpat</a:t>
            </a:r>
            <a:r>
              <a:rPr lang="en-US" sz="1200" dirty="0">
                <a:solidFill>
                  <a:srgbClr val="1A1A1A"/>
                </a:solidFill>
                <a:latin typeface="e-Ukraine" panose="00000500000000000000" pitchFamily="50" charset="-52"/>
              </a:rPr>
              <a:t>. </a:t>
            </a:r>
            <a:endParaRPr lang="uk-UA" sz="1200" dirty="0">
              <a:solidFill>
                <a:srgbClr val="1A1A1A"/>
              </a:solidFill>
              <a:latin typeface="e-Ukraine" panose="00000500000000000000" pitchFamily="50" charset="-52"/>
            </a:endParaRPr>
          </a:p>
        </p:txBody>
      </p:sp>
      <p:sp>
        <p:nvSpPr>
          <p:cNvPr id="9" name="Rectangle: Diagonal Corners Snipped 8">
            <a:extLst>
              <a:ext uri="{FF2B5EF4-FFF2-40B4-BE49-F238E27FC236}">
                <a16:creationId xmlns:a16="http://schemas.microsoft.com/office/drawing/2014/main" id="{31CE11CB-1DC1-7B9E-64B3-2660191C339B}"/>
              </a:ext>
            </a:extLst>
          </p:cNvPr>
          <p:cNvSpPr/>
          <p:nvPr/>
        </p:nvSpPr>
        <p:spPr>
          <a:xfrm>
            <a:off x="4628645" y="862032"/>
            <a:ext cx="4281040" cy="3014053"/>
          </a:xfrm>
          <a:prstGeom prst="snip2DiagRect">
            <a:avLst>
              <a:gd name="adj1" fmla="val 0"/>
              <a:gd name="adj2" fmla="val 6412"/>
            </a:avLst>
          </a:prstGeom>
          <a:solidFill>
            <a:srgbClr val="1A1A1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uk-UA" sz="1200" dirty="0">
                <a:solidFill>
                  <a:schemeClr val="bg1"/>
                </a:solidFill>
                <a:latin typeface="e-Ukraine" panose="00000500000000000000" pitchFamily="50" charset="-52"/>
              </a:rPr>
              <a:t>Основний текст блоку, Шрифт </a:t>
            </a:r>
            <a:r>
              <a:rPr lang="en-US" sz="1200" dirty="0">
                <a:solidFill>
                  <a:schemeClr val="bg1"/>
                </a:solidFill>
                <a:latin typeface="e-Ukraine" panose="00000500000000000000" pitchFamily="50" charset="-52"/>
              </a:rPr>
              <a:t>e-Ukraine </a:t>
            </a:r>
            <a:r>
              <a:rPr lang="uk-UA" sz="1200" dirty="0">
                <a:solidFill>
                  <a:schemeClr val="bg1"/>
                </a:solidFill>
                <a:latin typeface="e-Ukraine" panose="00000500000000000000" pitchFamily="50" charset="-52"/>
              </a:rPr>
              <a:t>10-12</a:t>
            </a:r>
            <a:r>
              <a:rPr lang="en-US" sz="1200" dirty="0">
                <a:solidFill>
                  <a:schemeClr val="bg1"/>
                </a:solidFill>
                <a:latin typeface="e-Ukraine" panose="00000500000000000000" pitchFamily="50" charset="-52"/>
              </a:rPr>
              <a:t> pt</a:t>
            </a:r>
            <a:r>
              <a:rPr lang="uk-UA" sz="1200" dirty="0">
                <a:solidFill>
                  <a:schemeClr val="bg1"/>
                </a:solidFill>
                <a:latin typeface="e-Ukraine" panose="00000500000000000000" pitchFamily="50" charset="-52"/>
              </a:rPr>
              <a:t>.</a:t>
            </a:r>
          </a:p>
          <a:p>
            <a:endParaRPr lang="uk-UA" sz="1200" dirty="0">
              <a:solidFill>
                <a:schemeClr val="bg1"/>
              </a:solidFill>
              <a:latin typeface="e-Ukraine" panose="00000500000000000000" pitchFamily="50" charset="-52"/>
            </a:endParaRPr>
          </a:p>
          <a:p>
            <a:r>
              <a:rPr lang="uk-UA" sz="1200" dirty="0">
                <a:solidFill>
                  <a:schemeClr val="bg1"/>
                </a:solidFill>
                <a:latin typeface="e-Ukraine" panose="00000500000000000000" pitchFamily="50" charset="-52"/>
              </a:rPr>
              <a:t>Текст може бути без заголовку. Або комбінований: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uk-UA" sz="1200" dirty="0">
                <a:solidFill>
                  <a:schemeClr val="bg1"/>
                </a:solidFill>
                <a:latin typeface="e-Ukraine" panose="00000500000000000000" pitchFamily="50" charset="-52"/>
              </a:rPr>
              <a:t>Наприклад </a:t>
            </a:r>
            <a:r>
              <a:rPr lang="en-US" sz="1200" dirty="0">
                <a:solidFill>
                  <a:schemeClr val="bg1"/>
                </a:solidFill>
                <a:latin typeface="e-Ukraine" panose="00000500000000000000" pitchFamily="50" charset="-52"/>
              </a:rPr>
              <a:t>Lorem ipsum dolor sit </a:t>
            </a:r>
            <a:r>
              <a:rPr lang="en-US" sz="1200" dirty="0" err="1">
                <a:solidFill>
                  <a:schemeClr val="bg1"/>
                </a:solidFill>
                <a:latin typeface="e-Ukraine" panose="00000500000000000000" pitchFamily="50" charset="-52"/>
              </a:rPr>
              <a:t>amet</a:t>
            </a:r>
            <a:r>
              <a:rPr lang="en-US" sz="1200" dirty="0">
                <a:solidFill>
                  <a:schemeClr val="bg1"/>
                </a:solidFill>
                <a:latin typeface="e-Ukraine" panose="00000500000000000000" pitchFamily="50" charset="-52"/>
              </a:rPr>
              <a:t>, </a:t>
            </a:r>
            <a:r>
              <a:rPr lang="en-US" sz="1200" dirty="0" err="1">
                <a:solidFill>
                  <a:schemeClr val="bg1"/>
                </a:solidFill>
                <a:latin typeface="e-Ukraine" panose="00000500000000000000" pitchFamily="50" charset="-52"/>
              </a:rPr>
              <a:t>consectetuer</a:t>
            </a:r>
            <a:r>
              <a:rPr lang="en-US" sz="1200" dirty="0">
                <a:solidFill>
                  <a:schemeClr val="bg1"/>
                </a:solidFill>
                <a:latin typeface="e-Ukraine" panose="00000500000000000000" pitchFamily="50" charset="-52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e-Ukraine" panose="00000500000000000000" pitchFamily="50" charset="-52"/>
              </a:rPr>
              <a:t>adipiscing</a:t>
            </a:r>
            <a:r>
              <a:rPr lang="en-US" sz="1200" dirty="0">
                <a:solidFill>
                  <a:schemeClr val="bg1"/>
                </a:solidFill>
                <a:latin typeface="e-Ukraine" panose="00000500000000000000" pitchFamily="50" charset="-52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e-Ukraine" panose="00000500000000000000" pitchFamily="50" charset="-52"/>
              </a:rPr>
              <a:t>elit</a:t>
            </a:r>
            <a:r>
              <a:rPr lang="uk-UA" sz="1200" dirty="0">
                <a:solidFill>
                  <a:schemeClr val="bg1"/>
                </a:solidFill>
                <a:latin typeface="e-Ukraine" panose="00000500000000000000" pitchFamily="50" charset="-52"/>
              </a:rPr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uk-UA" sz="1200" dirty="0">
                <a:solidFill>
                  <a:schemeClr val="bg1"/>
                </a:solidFill>
                <a:latin typeface="e-Ukraine" panose="00000500000000000000" pitchFamily="50" charset="-52"/>
              </a:rPr>
              <a:t>Або </a:t>
            </a:r>
            <a:r>
              <a:rPr lang="en-US" sz="1200" dirty="0">
                <a:solidFill>
                  <a:schemeClr val="bg1"/>
                </a:solidFill>
                <a:latin typeface="e-Ukraine" panose="00000500000000000000" pitchFamily="50" charset="-52"/>
              </a:rPr>
              <a:t>d diam </a:t>
            </a:r>
            <a:r>
              <a:rPr lang="en-US" sz="1200" dirty="0" err="1">
                <a:solidFill>
                  <a:schemeClr val="bg1"/>
                </a:solidFill>
                <a:latin typeface="e-Ukraine" panose="00000500000000000000" pitchFamily="50" charset="-52"/>
              </a:rPr>
              <a:t>nonummy</a:t>
            </a:r>
            <a:r>
              <a:rPr lang="en-US" sz="1200" dirty="0">
                <a:solidFill>
                  <a:schemeClr val="bg1"/>
                </a:solidFill>
                <a:latin typeface="e-Ukraine" panose="00000500000000000000" pitchFamily="50" charset="-52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e-Ukraine" panose="00000500000000000000" pitchFamily="50" charset="-52"/>
              </a:rPr>
              <a:t>nibh</a:t>
            </a:r>
            <a:r>
              <a:rPr lang="en-US" sz="1200" dirty="0">
                <a:solidFill>
                  <a:schemeClr val="bg1"/>
                </a:solidFill>
                <a:latin typeface="e-Ukraine" panose="00000500000000000000" pitchFamily="50" charset="-52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e-Ukraine" panose="00000500000000000000" pitchFamily="50" charset="-52"/>
              </a:rPr>
              <a:t>euismod</a:t>
            </a:r>
            <a:r>
              <a:rPr lang="en-US" sz="1200" dirty="0">
                <a:solidFill>
                  <a:schemeClr val="bg1"/>
                </a:solidFill>
                <a:latin typeface="e-Ukraine" panose="00000500000000000000" pitchFamily="50" charset="-52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e-Ukraine" panose="00000500000000000000" pitchFamily="50" charset="-52"/>
              </a:rPr>
              <a:t>tincidunt</a:t>
            </a:r>
            <a:r>
              <a:rPr lang="en-US" sz="1200" dirty="0">
                <a:solidFill>
                  <a:schemeClr val="bg1"/>
                </a:solidFill>
                <a:latin typeface="e-Ukraine" panose="00000500000000000000" pitchFamily="50" charset="-52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e-Ukraine" panose="00000500000000000000" pitchFamily="50" charset="-52"/>
              </a:rPr>
              <a:t>ut</a:t>
            </a:r>
            <a:r>
              <a:rPr lang="en-US" sz="1200" dirty="0">
                <a:solidFill>
                  <a:schemeClr val="bg1"/>
                </a:solidFill>
                <a:latin typeface="e-Ukraine" panose="00000500000000000000" pitchFamily="50" charset="-52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e-Ukraine" panose="00000500000000000000" pitchFamily="50" charset="-52"/>
              </a:rPr>
              <a:t>laoreet</a:t>
            </a:r>
            <a:r>
              <a:rPr lang="en-US" sz="1200" dirty="0">
                <a:solidFill>
                  <a:schemeClr val="bg1"/>
                </a:solidFill>
                <a:latin typeface="e-Ukraine" panose="00000500000000000000" pitchFamily="50" charset="-52"/>
              </a:rPr>
              <a:t> dolore magna </a:t>
            </a:r>
            <a:r>
              <a:rPr lang="en-US" sz="1200" dirty="0" err="1">
                <a:solidFill>
                  <a:schemeClr val="bg1"/>
                </a:solidFill>
                <a:latin typeface="e-Ukraine" panose="00000500000000000000" pitchFamily="50" charset="-52"/>
              </a:rPr>
              <a:t>aliquam</a:t>
            </a:r>
            <a:r>
              <a:rPr lang="en-US" sz="1200" dirty="0">
                <a:solidFill>
                  <a:schemeClr val="bg1"/>
                </a:solidFill>
                <a:latin typeface="e-Ukraine" panose="00000500000000000000" pitchFamily="50" charset="-52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e-Ukraine" panose="00000500000000000000" pitchFamily="50" charset="-52"/>
              </a:rPr>
              <a:t>erat</a:t>
            </a:r>
            <a:r>
              <a:rPr lang="en-US" sz="1200" dirty="0">
                <a:solidFill>
                  <a:schemeClr val="bg1"/>
                </a:solidFill>
                <a:latin typeface="e-Ukraine" panose="00000500000000000000" pitchFamily="50" charset="-52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e-Ukraine" panose="00000500000000000000" pitchFamily="50" charset="-52"/>
              </a:rPr>
              <a:t>volutpat</a:t>
            </a:r>
            <a:r>
              <a:rPr lang="en-US" sz="1200" dirty="0">
                <a:solidFill>
                  <a:schemeClr val="bg1"/>
                </a:solidFill>
                <a:latin typeface="e-Ukraine" panose="00000500000000000000" pitchFamily="50" charset="-52"/>
              </a:rPr>
              <a:t>. </a:t>
            </a:r>
            <a:endParaRPr lang="uk-UA" sz="1200" dirty="0">
              <a:solidFill>
                <a:schemeClr val="bg1"/>
              </a:solidFill>
              <a:latin typeface="e-Ukraine" panose="00000500000000000000" pitchFamily="50" charset="-52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uk-UA" sz="1200" dirty="0">
              <a:solidFill>
                <a:schemeClr val="bg1"/>
              </a:solidFill>
              <a:latin typeface="e-Ukraine" panose="00000500000000000000" pitchFamily="50" charset="-52"/>
            </a:endParaRPr>
          </a:p>
          <a:p>
            <a:r>
              <a:rPr lang="uk-UA" sz="1200" dirty="0">
                <a:solidFill>
                  <a:schemeClr val="bg1"/>
                </a:solidFill>
                <a:latin typeface="e-Ukraine" panose="00000500000000000000" pitchFamily="50" charset="-52"/>
              </a:rPr>
              <a:t>Блоки можуть бути зменшені по висоті. </a:t>
            </a:r>
          </a:p>
          <a:p>
            <a:r>
              <a:rPr lang="uk-UA" sz="1200" b="1" dirty="0">
                <a:solidFill>
                  <a:schemeClr val="bg1"/>
                </a:solidFill>
                <a:latin typeface="e-Ukraine" panose="00000500000000000000" pitchFamily="50" charset="-52"/>
              </a:rPr>
              <a:t>Не рекомендовано змінювати ширину та розміщення блоків.</a:t>
            </a:r>
            <a:endParaRPr lang="en-US" sz="1200" b="1" dirty="0">
              <a:solidFill>
                <a:schemeClr val="bg1"/>
              </a:solidFill>
              <a:latin typeface="e-Ukraine" panose="00000500000000000000" pitchFamily="50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355826828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3600E40B-B4A2-D901-3D09-D0FD41E8899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181873" y="197455"/>
            <a:ext cx="727811" cy="256081"/>
          </a:xfrm>
          <a:prstGeom prst="rect">
            <a:avLst/>
          </a:prstGeom>
        </p:spPr>
      </p:pic>
      <p:sp>
        <p:nvSpPr>
          <p:cNvPr id="6" name="Text 0">
            <a:extLst>
              <a:ext uri="{FF2B5EF4-FFF2-40B4-BE49-F238E27FC236}">
                <a16:creationId xmlns:a16="http://schemas.microsoft.com/office/drawing/2014/main" id="{F55F90BD-8DB5-AEA1-469E-085739EACA61}"/>
              </a:ext>
            </a:extLst>
          </p:cNvPr>
          <p:cNvSpPr/>
          <p:nvPr/>
        </p:nvSpPr>
        <p:spPr>
          <a:xfrm>
            <a:off x="234316" y="107731"/>
            <a:ext cx="5859133" cy="5780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uk-UA" sz="2000" kern="0" spc="-70" dirty="0">
                <a:solidFill>
                  <a:srgbClr val="1A1A1A"/>
                </a:solidFill>
                <a:latin typeface="e-Ukraine Head Bold" panose="00000800000000000000" pitchFamily="50" charset="-52"/>
                <a:ea typeface="e-Ukraine Head" pitchFamily="34" charset="-122"/>
                <a:cs typeface="e-Ukraine Head" pitchFamily="34" charset="-120"/>
              </a:rPr>
              <a:t>Пропозиції</a:t>
            </a:r>
            <a:endParaRPr lang="en-US" sz="2000" kern="0" spc="-70" dirty="0">
              <a:solidFill>
                <a:srgbClr val="1A1A1A"/>
              </a:solidFill>
              <a:latin typeface="e-Ukraine Head Bold" panose="00000800000000000000" pitchFamily="50" charset="-52"/>
              <a:ea typeface="e-Ukraine Head" pitchFamily="34" charset="-122"/>
              <a:cs typeface="e-Ukraine Head" pitchFamily="34" charset="-120"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B95BAFEA-BC7A-2776-75B7-C381D15CE4A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90784" y="197455"/>
            <a:ext cx="1493513" cy="274319"/>
          </a:xfrm>
          <a:prstGeom prst="rect">
            <a:avLst/>
          </a:prstGeom>
        </p:spPr>
      </p:pic>
      <p:sp>
        <p:nvSpPr>
          <p:cNvPr id="11" name="Rectangle: Diagonal Corners Snipped 10">
            <a:extLst>
              <a:ext uri="{FF2B5EF4-FFF2-40B4-BE49-F238E27FC236}">
                <a16:creationId xmlns:a16="http://schemas.microsoft.com/office/drawing/2014/main" id="{C3B1AF88-48AE-2821-1FFA-72C3903554BB}"/>
              </a:ext>
            </a:extLst>
          </p:cNvPr>
          <p:cNvSpPr/>
          <p:nvPr/>
        </p:nvSpPr>
        <p:spPr>
          <a:xfrm>
            <a:off x="234316" y="1148403"/>
            <a:ext cx="8675368" cy="495695"/>
          </a:xfrm>
          <a:prstGeom prst="snip2DiagRect">
            <a:avLst>
              <a:gd name="adj1" fmla="val 0"/>
              <a:gd name="adj2" fmla="val 31161"/>
            </a:avLst>
          </a:prstGeom>
          <a:solidFill>
            <a:srgbClr val="F4D82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indent="749300"/>
            <a:r>
              <a:rPr lang="uk-UA" sz="1200" b="1" dirty="0">
                <a:solidFill>
                  <a:srgbClr val="1A1A1A"/>
                </a:solidFill>
                <a:latin typeface="e-Ukraine" panose="00000500000000000000" pitchFamily="50" charset="-52"/>
              </a:rPr>
              <a:t>Заголовок блоку, Шрифт </a:t>
            </a:r>
            <a:r>
              <a:rPr lang="en-US" sz="1200" b="1" dirty="0">
                <a:solidFill>
                  <a:srgbClr val="1A1A1A"/>
                </a:solidFill>
                <a:latin typeface="e-Ukraine" panose="00000500000000000000" pitchFamily="50" charset="-52"/>
              </a:rPr>
              <a:t>e-Ukraine Bold </a:t>
            </a:r>
            <a:r>
              <a:rPr lang="uk-UA" sz="1200" b="1" dirty="0">
                <a:solidFill>
                  <a:srgbClr val="1A1A1A"/>
                </a:solidFill>
                <a:latin typeface="e-Ukraine" panose="00000500000000000000" pitchFamily="50" charset="-52"/>
              </a:rPr>
              <a:t>12</a:t>
            </a:r>
            <a:r>
              <a:rPr lang="en-US" sz="1200" b="1" dirty="0">
                <a:solidFill>
                  <a:srgbClr val="1A1A1A"/>
                </a:solidFill>
                <a:latin typeface="e-Ukraine" panose="00000500000000000000" pitchFamily="50" charset="-52"/>
              </a:rPr>
              <a:t> pt</a:t>
            </a:r>
            <a:endParaRPr lang="uk-UA" sz="1200" b="1" dirty="0">
              <a:solidFill>
                <a:srgbClr val="1A1A1A"/>
              </a:solidFill>
              <a:latin typeface="e-Ukraine" panose="00000500000000000000" pitchFamily="50" charset="-52"/>
            </a:endParaRPr>
          </a:p>
        </p:txBody>
      </p:sp>
      <p:sp>
        <p:nvSpPr>
          <p:cNvPr id="8" name="Rectangle: Diagonal Corners Snipped 7">
            <a:extLst>
              <a:ext uri="{FF2B5EF4-FFF2-40B4-BE49-F238E27FC236}">
                <a16:creationId xmlns:a16="http://schemas.microsoft.com/office/drawing/2014/main" id="{039F91CA-8B96-5560-6DCA-357EE774B3D3}"/>
              </a:ext>
            </a:extLst>
          </p:cNvPr>
          <p:cNvSpPr/>
          <p:nvPr/>
        </p:nvSpPr>
        <p:spPr>
          <a:xfrm>
            <a:off x="234316" y="887100"/>
            <a:ext cx="606558" cy="555698"/>
          </a:xfrm>
          <a:prstGeom prst="snip2DiagRect">
            <a:avLst/>
          </a:prstGeom>
          <a:solidFill>
            <a:srgbClr val="F4D82F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ts val="3933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78" b="0" i="0" u="none" strike="noStrike" kern="0" cap="none" spc="-66" normalizeH="0" baseline="0" noProof="0" dirty="0">
                <a:ln>
                  <a:noFill/>
                </a:ln>
                <a:solidFill>
                  <a:srgbClr val="000000">
                    <a:alpha val="99000"/>
                  </a:srgbClr>
                </a:solidFill>
                <a:effectLst/>
                <a:uLnTx/>
                <a:uFillTx/>
                <a:latin typeface="Zbroya_021" pitchFamily="34" charset="0"/>
                <a:ea typeface="Zbroya_021" pitchFamily="34" charset="-122"/>
                <a:cs typeface="Zbroya_021" pitchFamily="34" charset="-120"/>
              </a:rPr>
              <a:t>1</a:t>
            </a:r>
            <a:endParaRPr kumimoji="0" lang="en-US" sz="3278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Rectangle: Diagonal Corners Snipped 1">
            <a:extLst>
              <a:ext uri="{FF2B5EF4-FFF2-40B4-BE49-F238E27FC236}">
                <a16:creationId xmlns:a16="http://schemas.microsoft.com/office/drawing/2014/main" id="{0C1EB61B-7503-38F4-2E06-12E48D407029}"/>
              </a:ext>
            </a:extLst>
          </p:cNvPr>
          <p:cNvSpPr/>
          <p:nvPr/>
        </p:nvSpPr>
        <p:spPr>
          <a:xfrm>
            <a:off x="234316" y="2106701"/>
            <a:ext cx="8675368" cy="495695"/>
          </a:xfrm>
          <a:prstGeom prst="snip2DiagRect">
            <a:avLst>
              <a:gd name="adj1" fmla="val 0"/>
              <a:gd name="adj2" fmla="val 31161"/>
            </a:avLst>
          </a:prstGeom>
          <a:solidFill>
            <a:srgbClr val="F4D82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indent="749300"/>
            <a:r>
              <a:rPr lang="uk-UA" sz="1200" b="1" dirty="0">
                <a:solidFill>
                  <a:srgbClr val="1A1A1A"/>
                </a:solidFill>
                <a:latin typeface="e-Ukraine" panose="00000500000000000000" pitchFamily="50" charset="-52"/>
              </a:rPr>
              <a:t>Заголовок блоку, Шрифт </a:t>
            </a:r>
            <a:r>
              <a:rPr lang="en-US" sz="1200" b="1" dirty="0">
                <a:solidFill>
                  <a:srgbClr val="1A1A1A"/>
                </a:solidFill>
                <a:latin typeface="e-Ukraine" panose="00000500000000000000" pitchFamily="50" charset="-52"/>
              </a:rPr>
              <a:t>e-Ukraine Bold </a:t>
            </a:r>
            <a:r>
              <a:rPr lang="uk-UA" sz="1200" b="1" dirty="0">
                <a:solidFill>
                  <a:srgbClr val="1A1A1A"/>
                </a:solidFill>
                <a:latin typeface="e-Ukraine" panose="00000500000000000000" pitchFamily="50" charset="-52"/>
              </a:rPr>
              <a:t>12</a:t>
            </a:r>
            <a:r>
              <a:rPr lang="en-US" sz="1200" b="1" dirty="0">
                <a:solidFill>
                  <a:srgbClr val="1A1A1A"/>
                </a:solidFill>
                <a:latin typeface="e-Ukraine" panose="00000500000000000000" pitchFamily="50" charset="-52"/>
              </a:rPr>
              <a:t> pt</a:t>
            </a:r>
            <a:endParaRPr lang="uk-UA" sz="1200" b="1" dirty="0">
              <a:solidFill>
                <a:srgbClr val="1A1A1A"/>
              </a:solidFill>
              <a:latin typeface="e-Ukraine" panose="00000500000000000000" pitchFamily="50" charset="-52"/>
            </a:endParaRPr>
          </a:p>
        </p:txBody>
      </p:sp>
      <p:sp>
        <p:nvSpPr>
          <p:cNvPr id="4" name="Rectangle: Diagonal Corners Snipped 3">
            <a:extLst>
              <a:ext uri="{FF2B5EF4-FFF2-40B4-BE49-F238E27FC236}">
                <a16:creationId xmlns:a16="http://schemas.microsoft.com/office/drawing/2014/main" id="{23D41C00-590D-9761-0B85-9E164E97992E}"/>
              </a:ext>
            </a:extLst>
          </p:cNvPr>
          <p:cNvSpPr/>
          <p:nvPr/>
        </p:nvSpPr>
        <p:spPr>
          <a:xfrm>
            <a:off x="234316" y="1845398"/>
            <a:ext cx="606558" cy="555698"/>
          </a:xfrm>
          <a:prstGeom prst="snip2DiagRect">
            <a:avLst/>
          </a:prstGeom>
          <a:solidFill>
            <a:srgbClr val="F4D82F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ts val="3933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uk-UA" sz="3278" b="0" i="0" u="none" strike="noStrike" kern="0" cap="none" spc="-66" normalizeH="0" baseline="0" noProof="0" dirty="0">
                <a:ln>
                  <a:noFill/>
                </a:ln>
                <a:solidFill>
                  <a:srgbClr val="000000">
                    <a:alpha val="99000"/>
                  </a:srgbClr>
                </a:solidFill>
                <a:effectLst/>
                <a:uLnTx/>
                <a:uFillTx/>
                <a:latin typeface="Zbroya_021" pitchFamily="34" charset="0"/>
                <a:ea typeface="Zbroya_021" pitchFamily="34" charset="-122"/>
                <a:cs typeface="Zbroya_021" pitchFamily="34" charset="-120"/>
              </a:rPr>
              <a:t>2</a:t>
            </a:r>
            <a:endParaRPr kumimoji="0" lang="en-US" sz="3278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Rectangle: Diagonal Corners Snipped 4">
            <a:extLst>
              <a:ext uri="{FF2B5EF4-FFF2-40B4-BE49-F238E27FC236}">
                <a16:creationId xmlns:a16="http://schemas.microsoft.com/office/drawing/2014/main" id="{F37443AF-0D64-A6FB-164A-FE2F34A57506}"/>
              </a:ext>
            </a:extLst>
          </p:cNvPr>
          <p:cNvSpPr/>
          <p:nvPr/>
        </p:nvSpPr>
        <p:spPr>
          <a:xfrm>
            <a:off x="234316" y="3064999"/>
            <a:ext cx="8675368" cy="1761001"/>
          </a:xfrm>
          <a:prstGeom prst="snip2DiagRect">
            <a:avLst>
              <a:gd name="adj1" fmla="val 0"/>
              <a:gd name="adj2" fmla="val 9525"/>
            </a:avLst>
          </a:prstGeom>
          <a:solidFill>
            <a:srgbClr val="F4D82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indent="749300"/>
            <a:r>
              <a:rPr lang="uk-UA" sz="1200" b="1" dirty="0">
                <a:solidFill>
                  <a:srgbClr val="1A1A1A"/>
                </a:solidFill>
                <a:latin typeface="e-Ukraine" panose="00000500000000000000" pitchFamily="50" charset="-52"/>
              </a:rPr>
              <a:t>Заголовок блоку, Шрифт </a:t>
            </a:r>
            <a:r>
              <a:rPr lang="en-US" sz="1200" b="1" dirty="0">
                <a:solidFill>
                  <a:srgbClr val="1A1A1A"/>
                </a:solidFill>
                <a:latin typeface="e-Ukraine" panose="00000500000000000000" pitchFamily="50" charset="-52"/>
              </a:rPr>
              <a:t>e-Ukraine Bold </a:t>
            </a:r>
            <a:r>
              <a:rPr lang="uk-UA" sz="1200" b="1" dirty="0">
                <a:solidFill>
                  <a:srgbClr val="1A1A1A"/>
                </a:solidFill>
                <a:latin typeface="e-Ukraine" panose="00000500000000000000" pitchFamily="50" charset="-52"/>
              </a:rPr>
              <a:t>12</a:t>
            </a:r>
            <a:r>
              <a:rPr lang="en-US" sz="1200" b="1" dirty="0">
                <a:solidFill>
                  <a:srgbClr val="1A1A1A"/>
                </a:solidFill>
                <a:latin typeface="e-Ukraine" panose="00000500000000000000" pitchFamily="50" charset="-52"/>
              </a:rPr>
              <a:t> pt</a:t>
            </a:r>
            <a:endParaRPr lang="uk-UA" sz="1200" b="1" dirty="0">
              <a:solidFill>
                <a:srgbClr val="1A1A1A"/>
              </a:solidFill>
              <a:latin typeface="e-Ukraine" panose="00000500000000000000" pitchFamily="50" charset="-52"/>
            </a:endParaRPr>
          </a:p>
        </p:txBody>
      </p:sp>
      <p:sp>
        <p:nvSpPr>
          <p:cNvPr id="12" name="Rectangle: Diagonal Corners Snipped 11">
            <a:extLst>
              <a:ext uri="{FF2B5EF4-FFF2-40B4-BE49-F238E27FC236}">
                <a16:creationId xmlns:a16="http://schemas.microsoft.com/office/drawing/2014/main" id="{6D933973-DAC1-67B8-8715-F7D3E9362C0E}"/>
              </a:ext>
            </a:extLst>
          </p:cNvPr>
          <p:cNvSpPr/>
          <p:nvPr/>
        </p:nvSpPr>
        <p:spPr>
          <a:xfrm>
            <a:off x="234316" y="2803696"/>
            <a:ext cx="606558" cy="555698"/>
          </a:xfrm>
          <a:prstGeom prst="snip2DiagRect">
            <a:avLst/>
          </a:prstGeom>
          <a:solidFill>
            <a:srgbClr val="F4D82F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ts val="3933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uk-UA" sz="3278" b="0" i="0" u="none" strike="noStrike" kern="0" cap="none" spc="-66" normalizeH="0" baseline="0" noProof="0" dirty="0">
                <a:ln>
                  <a:noFill/>
                </a:ln>
                <a:solidFill>
                  <a:srgbClr val="000000">
                    <a:alpha val="99000"/>
                  </a:srgbClr>
                </a:solidFill>
                <a:effectLst/>
                <a:uLnTx/>
                <a:uFillTx/>
                <a:latin typeface="Zbroya_021" pitchFamily="34" charset="0"/>
                <a:ea typeface="Zbroya_021" pitchFamily="34" charset="-122"/>
                <a:cs typeface="Zbroya_021" pitchFamily="34" charset="-120"/>
              </a:rPr>
              <a:t>3</a:t>
            </a:r>
            <a:endParaRPr kumimoji="0" lang="en-US" sz="3278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2641341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C67AC8-A577-7E95-0CDE-91CD692E5A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0">
            <a:extLst>
              <a:ext uri="{FF2B5EF4-FFF2-40B4-BE49-F238E27FC236}">
                <a16:creationId xmlns:a16="http://schemas.microsoft.com/office/drawing/2014/main" id="{E832D89D-10E0-92C0-6402-E14AD9B2E217}"/>
              </a:ext>
            </a:extLst>
          </p:cNvPr>
          <p:cNvSpPr/>
          <p:nvPr/>
        </p:nvSpPr>
        <p:spPr>
          <a:xfrm>
            <a:off x="234316" y="107731"/>
            <a:ext cx="5859133" cy="5780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uk-UA" sz="2000" kern="0" spc="-70" dirty="0">
                <a:solidFill>
                  <a:srgbClr val="1A1A1A"/>
                </a:solidFill>
                <a:latin typeface="e-Ukraine Head Bold" panose="00000800000000000000" pitchFamily="50" charset="-52"/>
                <a:ea typeface="e-Ukraine Head" pitchFamily="34" charset="-122"/>
                <a:cs typeface="e-Ukraine Head" pitchFamily="34" charset="-120"/>
              </a:rPr>
              <a:t>Що потрібно зробити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95894B7F-150C-085C-9B9A-B1C7CBE2374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46099" y="197455"/>
            <a:ext cx="1693272" cy="256081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3ED4347D-921E-0438-AB42-C1376D899D8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092022" y="197455"/>
            <a:ext cx="817662" cy="256081"/>
          </a:xfrm>
          <a:prstGeom prst="rect">
            <a:avLst/>
          </a:prstGeom>
        </p:spPr>
      </p:pic>
      <p:sp>
        <p:nvSpPr>
          <p:cNvPr id="3" name="Rectangle: Diagonal Corners Snipped 2">
            <a:extLst>
              <a:ext uri="{FF2B5EF4-FFF2-40B4-BE49-F238E27FC236}">
                <a16:creationId xmlns:a16="http://schemas.microsoft.com/office/drawing/2014/main" id="{46B4C164-3B49-3187-28F0-C37171E36031}"/>
              </a:ext>
            </a:extLst>
          </p:cNvPr>
          <p:cNvSpPr/>
          <p:nvPr/>
        </p:nvSpPr>
        <p:spPr>
          <a:xfrm>
            <a:off x="234316" y="1018931"/>
            <a:ext cx="8675368" cy="696995"/>
          </a:xfrm>
          <a:prstGeom prst="snip2DiagRect">
            <a:avLst>
              <a:gd name="adj1" fmla="val 0"/>
              <a:gd name="adj2" fmla="val 31161"/>
            </a:avLst>
          </a:prstGeom>
          <a:solidFill>
            <a:srgbClr val="62683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576263" lvl="2"/>
            <a:r>
              <a:rPr lang="uk-UA" sz="1200" b="1" dirty="0">
                <a:solidFill>
                  <a:schemeClr val="bg1"/>
                </a:solidFill>
                <a:latin typeface="e-Ukraine" panose="00000500000000000000" pitchFamily="50" charset="-52"/>
              </a:rPr>
              <a:t>Заголовок блоку, Шрифт </a:t>
            </a:r>
            <a:r>
              <a:rPr lang="en-US" sz="1200" b="1" dirty="0">
                <a:solidFill>
                  <a:schemeClr val="bg1"/>
                </a:solidFill>
                <a:latin typeface="e-Ukraine" panose="00000500000000000000" pitchFamily="50" charset="-52"/>
              </a:rPr>
              <a:t>e-Ukraine Bold </a:t>
            </a:r>
            <a:r>
              <a:rPr lang="uk-UA" sz="1200" b="1" dirty="0">
                <a:solidFill>
                  <a:schemeClr val="bg1"/>
                </a:solidFill>
                <a:latin typeface="e-Ukraine" panose="00000500000000000000" pitchFamily="50" charset="-52"/>
              </a:rPr>
              <a:t>12</a:t>
            </a:r>
            <a:r>
              <a:rPr lang="en-US" sz="1200" b="1" dirty="0">
                <a:solidFill>
                  <a:schemeClr val="bg1"/>
                </a:solidFill>
                <a:latin typeface="e-Ukraine" panose="00000500000000000000" pitchFamily="50" charset="-52"/>
              </a:rPr>
              <a:t> pt</a:t>
            </a:r>
            <a:endParaRPr lang="uk-UA" sz="1200" b="1" dirty="0">
              <a:solidFill>
                <a:schemeClr val="bg1"/>
              </a:solidFill>
              <a:latin typeface="e-Ukraine" panose="00000500000000000000" pitchFamily="50" charset="-52"/>
            </a:endParaRPr>
          </a:p>
        </p:txBody>
      </p:sp>
      <p:sp>
        <p:nvSpPr>
          <p:cNvPr id="4" name="Rectangle: Diagonal Corners Snipped 3">
            <a:extLst>
              <a:ext uri="{FF2B5EF4-FFF2-40B4-BE49-F238E27FC236}">
                <a16:creationId xmlns:a16="http://schemas.microsoft.com/office/drawing/2014/main" id="{FE1C76A7-B6DF-5556-D22B-77139D4E8B3A}"/>
              </a:ext>
            </a:extLst>
          </p:cNvPr>
          <p:cNvSpPr/>
          <p:nvPr/>
        </p:nvSpPr>
        <p:spPr>
          <a:xfrm>
            <a:off x="234316" y="2049057"/>
            <a:ext cx="8675368" cy="696995"/>
          </a:xfrm>
          <a:prstGeom prst="snip2DiagRect">
            <a:avLst>
              <a:gd name="adj1" fmla="val 0"/>
              <a:gd name="adj2" fmla="val 31161"/>
            </a:avLst>
          </a:prstGeom>
          <a:solidFill>
            <a:srgbClr val="62683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576263" lvl="2"/>
            <a:r>
              <a:rPr lang="uk-UA" sz="1200" b="1" dirty="0">
                <a:solidFill>
                  <a:schemeClr val="bg1"/>
                </a:solidFill>
                <a:latin typeface="e-Ukraine" panose="00000500000000000000" pitchFamily="50" charset="-52"/>
              </a:rPr>
              <a:t>Заголовок блоку, Шрифт </a:t>
            </a:r>
            <a:r>
              <a:rPr lang="en-US" sz="1200" b="1" dirty="0">
                <a:solidFill>
                  <a:schemeClr val="bg1"/>
                </a:solidFill>
                <a:latin typeface="e-Ukraine" panose="00000500000000000000" pitchFamily="50" charset="-52"/>
              </a:rPr>
              <a:t>e-Ukraine Bold </a:t>
            </a:r>
            <a:r>
              <a:rPr lang="uk-UA" sz="1200" b="1" dirty="0">
                <a:solidFill>
                  <a:schemeClr val="bg1"/>
                </a:solidFill>
                <a:latin typeface="e-Ukraine" panose="00000500000000000000" pitchFamily="50" charset="-52"/>
              </a:rPr>
              <a:t>12</a:t>
            </a:r>
            <a:r>
              <a:rPr lang="en-US" sz="1200" b="1" dirty="0">
                <a:solidFill>
                  <a:schemeClr val="bg1"/>
                </a:solidFill>
                <a:latin typeface="e-Ukraine" panose="00000500000000000000" pitchFamily="50" charset="-52"/>
              </a:rPr>
              <a:t> pt</a:t>
            </a:r>
            <a:endParaRPr lang="uk-UA" sz="1200" b="1" dirty="0">
              <a:solidFill>
                <a:schemeClr val="bg1"/>
              </a:solidFill>
              <a:latin typeface="e-Ukraine" panose="00000500000000000000" pitchFamily="50" charset="-52"/>
            </a:endParaRPr>
          </a:p>
        </p:txBody>
      </p:sp>
      <p:sp>
        <p:nvSpPr>
          <p:cNvPr id="7" name="Rectangle: Diagonal Corners Snipped 6">
            <a:extLst>
              <a:ext uri="{FF2B5EF4-FFF2-40B4-BE49-F238E27FC236}">
                <a16:creationId xmlns:a16="http://schemas.microsoft.com/office/drawing/2014/main" id="{A2440AE6-0641-A732-F391-B837C02208E3}"/>
              </a:ext>
            </a:extLst>
          </p:cNvPr>
          <p:cNvSpPr/>
          <p:nvPr/>
        </p:nvSpPr>
        <p:spPr>
          <a:xfrm>
            <a:off x="234316" y="3079183"/>
            <a:ext cx="8675368" cy="696995"/>
          </a:xfrm>
          <a:prstGeom prst="snip2DiagRect">
            <a:avLst>
              <a:gd name="adj1" fmla="val 0"/>
              <a:gd name="adj2" fmla="val 31161"/>
            </a:avLst>
          </a:prstGeom>
          <a:solidFill>
            <a:srgbClr val="62683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576263" lvl="2"/>
            <a:r>
              <a:rPr lang="uk-UA" sz="1200" b="1" dirty="0">
                <a:solidFill>
                  <a:schemeClr val="bg1"/>
                </a:solidFill>
                <a:latin typeface="e-Ukraine" panose="00000500000000000000" pitchFamily="50" charset="-52"/>
              </a:rPr>
              <a:t>Заголовок блоку, Шрифт </a:t>
            </a:r>
            <a:r>
              <a:rPr lang="en-US" sz="1200" b="1" dirty="0">
                <a:solidFill>
                  <a:schemeClr val="bg1"/>
                </a:solidFill>
                <a:latin typeface="e-Ukraine" panose="00000500000000000000" pitchFamily="50" charset="-52"/>
              </a:rPr>
              <a:t>e-Ukraine Bold </a:t>
            </a:r>
            <a:r>
              <a:rPr lang="uk-UA" sz="1200" b="1" dirty="0">
                <a:solidFill>
                  <a:schemeClr val="bg1"/>
                </a:solidFill>
                <a:latin typeface="e-Ukraine" panose="00000500000000000000" pitchFamily="50" charset="-52"/>
              </a:rPr>
              <a:t>12</a:t>
            </a:r>
            <a:r>
              <a:rPr lang="en-US" sz="1200" b="1" dirty="0">
                <a:solidFill>
                  <a:schemeClr val="bg1"/>
                </a:solidFill>
                <a:latin typeface="e-Ukraine" panose="00000500000000000000" pitchFamily="50" charset="-52"/>
              </a:rPr>
              <a:t> pt</a:t>
            </a:r>
            <a:endParaRPr lang="uk-UA" sz="1200" b="1" dirty="0">
              <a:solidFill>
                <a:schemeClr val="bg1"/>
              </a:solidFill>
              <a:latin typeface="e-Ukraine" panose="00000500000000000000" pitchFamily="50" charset="-52"/>
            </a:endParaRPr>
          </a:p>
        </p:txBody>
      </p:sp>
      <p:sp>
        <p:nvSpPr>
          <p:cNvPr id="10" name="Rectangle: Diagonal Corners Snipped 9">
            <a:extLst>
              <a:ext uri="{FF2B5EF4-FFF2-40B4-BE49-F238E27FC236}">
                <a16:creationId xmlns:a16="http://schemas.microsoft.com/office/drawing/2014/main" id="{79139008-6D7F-95BC-C9CF-D2F20EFF9D25}"/>
              </a:ext>
            </a:extLst>
          </p:cNvPr>
          <p:cNvSpPr/>
          <p:nvPr/>
        </p:nvSpPr>
        <p:spPr>
          <a:xfrm>
            <a:off x="234316" y="4109309"/>
            <a:ext cx="8675368" cy="696995"/>
          </a:xfrm>
          <a:prstGeom prst="snip2DiagRect">
            <a:avLst>
              <a:gd name="adj1" fmla="val 0"/>
              <a:gd name="adj2" fmla="val 31161"/>
            </a:avLst>
          </a:prstGeom>
          <a:solidFill>
            <a:srgbClr val="62683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576263" lvl="2"/>
            <a:r>
              <a:rPr lang="uk-UA" sz="1200" b="1" dirty="0">
                <a:solidFill>
                  <a:schemeClr val="bg1"/>
                </a:solidFill>
                <a:latin typeface="e-Ukraine" panose="00000500000000000000" pitchFamily="50" charset="-52"/>
              </a:rPr>
              <a:t>Заголовок блоку, Шрифт </a:t>
            </a:r>
            <a:r>
              <a:rPr lang="en-US" sz="1200" b="1" dirty="0">
                <a:solidFill>
                  <a:schemeClr val="bg1"/>
                </a:solidFill>
                <a:latin typeface="e-Ukraine" panose="00000500000000000000" pitchFamily="50" charset="-52"/>
              </a:rPr>
              <a:t>e-Ukraine Bold </a:t>
            </a:r>
            <a:r>
              <a:rPr lang="uk-UA" sz="1200" b="1" dirty="0">
                <a:solidFill>
                  <a:schemeClr val="bg1"/>
                </a:solidFill>
                <a:latin typeface="e-Ukraine" panose="00000500000000000000" pitchFamily="50" charset="-52"/>
              </a:rPr>
              <a:t>12</a:t>
            </a:r>
            <a:r>
              <a:rPr lang="en-US" sz="1200" b="1" dirty="0">
                <a:solidFill>
                  <a:schemeClr val="bg1"/>
                </a:solidFill>
                <a:latin typeface="e-Ukraine" panose="00000500000000000000" pitchFamily="50" charset="-52"/>
              </a:rPr>
              <a:t> pt</a:t>
            </a:r>
            <a:endParaRPr lang="uk-UA" sz="1200" b="1" dirty="0">
              <a:solidFill>
                <a:schemeClr val="bg1"/>
              </a:solidFill>
              <a:latin typeface="e-Ukraine" panose="00000500000000000000" pitchFamily="50" charset="-52"/>
            </a:endParaRPr>
          </a:p>
        </p:txBody>
      </p:sp>
      <p:pic>
        <p:nvPicPr>
          <p:cNvPr id="12" name="Graphic 11" descr="Badge Tick1 with solid fill">
            <a:extLst>
              <a:ext uri="{FF2B5EF4-FFF2-40B4-BE49-F238E27FC236}">
                <a16:creationId xmlns:a16="http://schemas.microsoft.com/office/drawing/2014/main" id="{A008414C-B2A4-4A4D-532B-B0458767ACE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34316" y="1018930"/>
            <a:ext cx="696995" cy="696995"/>
          </a:xfrm>
          <a:prstGeom prst="rect">
            <a:avLst/>
          </a:prstGeom>
        </p:spPr>
      </p:pic>
      <p:pic>
        <p:nvPicPr>
          <p:cNvPr id="13" name="Graphic 12" descr="Badge Tick1 with solid fill">
            <a:extLst>
              <a:ext uri="{FF2B5EF4-FFF2-40B4-BE49-F238E27FC236}">
                <a16:creationId xmlns:a16="http://schemas.microsoft.com/office/drawing/2014/main" id="{ADA12B88-129E-95B8-549A-F6DD2563A0E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34316" y="2064317"/>
            <a:ext cx="696995" cy="696995"/>
          </a:xfrm>
          <a:prstGeom prst="rect">
            <a:avLst/>
          </a:prstGeom>
        </p:spPr>
      </p:pic>
      <p:pic>
        <p:nvPicPr>
          <p:cNvPr id="14" name="Graphic 13" descr="Badge Tick1 with solid fill">
            <a:extLst>
              <a:ext uri="{FF2B5EF4-FFF2-40B4-BE49-F238E27FC236}">
                <a16:creationId xmlns:a16="http://schemas.microsoft.com/office/drawing/2014/main" id="{B252DD7D-F549-1585-2544-9A71BB8A0D2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34316" y="3063923"/>
            <a:ext cx="696995" cy="696995"/>
          </a:xfrm>
          <a:prstGeom prst="rect">
            <a:avLst/>
          </a:prstGeom>
        </p:spPr>
      </p:pic>
      <p:pic>
        <p:nvPicPr>
          <p:cNvPr id="15" name="Graphic 14" descr="Badge Tick1 with solid fill">
            <a:extLst>
              <a:ext uri="{FF2B5EF4-FFF2-40B4-BE49-F238E27FC236}">
                <a16:creationId xmlns:a16="http://schemas.microsoft.com/office/drawing/2014/main" id="{AE5DB807-FC7B-0653-1E4F-96CCFBD106A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34316" y="4124569"/>
            <a:ext cx="696995" cy="696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704377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C67AC8-A577-7E95-0CDE-91CD692E5A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0">
            <a:extLst>
              <a:ext uri="{FF2B5EF4-FFF2-40B4-BE49-F238E27FC236}">
                <a16:creationId xmlns:a16="http://schemas.microsoft.com/office/drawing/2014/main" id="{E832D89D-10E0-92C0-6402-E14AD9B2E217}"/>
              </a:ext>
            </a:extLst>
          </p:cNvPr>
          <p:cNvSpPr/>
          <p:nvPr/>
        </p:nvSpPr>
        <p:spPr>
          <a:xfrm>
            <a:off x="234316" y="107731"/>
            <a:ext cx="5859133" cy="5780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uk-UA" sz="2000" kern="0" spc="-70" dirty="0">
                <a:solidFill>
                  <a:srgbClr val="1A1A1A"/>
                </a:solidFill>
                <a:latin typeface="e-Ukraine Head Bold" panose="00000800000000000000" pitchFamily="50" charset="-52"/>
                <a:ea typeface="e-Ukraine Head" pitchFamily="34" charset="-122"/>
                <a:cs typeface="e-Ukraine Head" pitchFamily="34" charset="-120"/>
              </a:rPr>
              <a:t>Варіанти рішення та аналітика</a:t>
            </a:r>
            <a:endParaRPr lang="en-US" sz="2000" kern="0" spc="-70" dirty="0">
              <a:solidFill>
                <a:srgbClr val="1A1A1A"/>
              </a:solidFill>
              <a:latin typeface="e-Ukraine Head Bold" panose="00000800000000000000" pitchFamily="50" charset="-52"/>
              <a:ea typeface="e-Ukraine Head" pitchFamily="34" charset="-122"/>
              <a:cs typeface="e-Ukraine Head" pitchFamily="34" charset="-120"/>
            </a:endParaRP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95894B7F-150C-085C-9B9A-B1C7CBE2374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46099" y="197455"/>
            <a:ext cx="1693272" cy="256081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3ED4347D-921E-0438-AB42-C1376D899D8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092022" y="197455"/>
            <a:ext cx="817662" cy="256081"/>
          </a:xfrm>
          <a:prstGeom prst="rect">
            <a:avLst/>
          </a:prstGeom>
        </p:spPr>
      </p:pic>
      <p:sp>
        <p:nvSpPr>
          <p:cNvPr id="8" name="Rectangle: Diagonal Corners Snipped 7">
            <a:extLst>
              <a:ext uri="{FF2B5EF4-FFF2-40B4-BE49-F238E27FC236}">
                <a16:creationId xmlns:a16="http://schemas.microsoft.com/office/drawing/2014/main" id="{39B6932B-C359-D913-1EF6-D1E2A7A43AC0}"/>
              </a:ext>
            </a:extLst>
          </p:cNvPr>
          <p:cNvSpPr/>
          <p:nvPr/>
        </p:nvSpPr>
        <p:spPr>
          <a:xfrm>
            <a:off x="234316" y="862032"/>
            <a:ext cx="4281040" cy="3014053"/>
          </a:xfrm>
          <a:prstGeom prst="snip2DiagRect">
            <a:avLst>
              <a:gd name="adj1" fmla="val 0"/>
              <a:gd name="adj2" fmla="val 6412"/>
            </a:avLst>
          </a:prstGeom>
          <a:noFill/>
          <a:ln>
            <a:solidFill>
              <a:srgbClr val="1A1A1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uk-UA" sz="1200" b="1" dirty="0">
                <a:solidFill>
                  <a:srgbClr val="1A1A1A"/>
                </a:solidFill>
                <a:latin typeface="e-Ukraine" panose="00000500000000000000" pitchFamily="50" charset="-52"/>
              </a:rPr>
              <a:t>Плюси запропонованого варіанту:</a:t>
            </a:r>
          </a:p>
          <a:p>
            <a:endParaRPr lang="uk-UA" sz="1200" dirty="0">
              <a:solidFill>
                <a:srgbClr val="1A1A1A"/>
              </a:solidFill>
              <a:latin typeface="e-Ukraine" panose="00000500000000000000" pitchFamily="50" charset="-52"/>
            </a:endParaRPr>
          </a:p>
          <a:p>
            <a:pPr marL="228600" indent="-228600">
              <a:buFont typeface="+mj-lt"/>
              <a:buAutoNum type="arabicPeriod"/>
            </a:pPr>
            <a:r>
              <a:rPr lang="uk-UA" sz="1200" dirty="0">
                <a:solidFill>
                  <a:srgbClr val="1A1A1A"/>
                </a:solidFill>
                <a:latin typeface="e-Ukraine" panose="00000500000000000000" pitchFamily="50" charset="-52"/>
              </a:rPr>
              <a:t>Основний текст блоку зі списком, Шрифт </a:t>
            </a:r>
            <a:r>
              <a:rPr lang="en-US" sz="1200" dirty="0">
                <a:solidFill>
                  <a:srgbClr val="1A1A1A"/>
                </a:solidFill>
                <a:latin typeface="e-Ukraine" panose="00000500000000000000" pitchFamily="50" charset="-52"/>
              </a:rPr>
              <a:t>e-Ukraine </a:t>
            </a:r>
            <a:r>
              <a:rPr lang="uk-UA" sz="1200" dirty="0">
                <a:solidFill>
                  <a:srgbClr val="1A1A1A"/>
                </a:solidFill>
                <a:latin typeface="e-Ukraine" panose="00000500000000000000" pitchFamily="50" charset="-52"/>
              </a:rPr>
              <a:t>10-12</a:t>
            </a:r>
            <a:r>
              <a:rPr lang="en-US" sz="1200" dirty="0">
                <a:solidFill>
                  <a:srgbClr val="1A1A1A"/>
                </a:solidFill>
                <a:latin typeface="e-Ukraine" panose="00000500000000000000" pitchFamily="50" charset="-52"/>
              </a:rPr>
              <a:t> pt</a:t>
            </a:r>
            <a:r>
              <a:rPr lang="uk-UA" sz="1200" dirty="0">
                <a:solidFill>
                  <a:srgbClr val="1A1A1A"/>
                </a:solidFill>
                <a:latin typeface="e-Ukraine" panose="00000500000000000000" pitchFamily="50" charset="-52"/>
              </a:rPr>
              <a:t>. </a:t>
            </a:r>
          </a:p>
          <a:p>
            <a:pPr marL="228600" indent="-228600">
              <a:buFont typeface="+mj-lt"/>
              <a:buAutoNum type="arabicPeriod"/>
            </a:pPr>
            <a:r>
              <a:rPr lang="uk-UA" sz="1200" dirty="0">
                <a:solidFill>
                  <a:srgbClr val="1A1A1A"/>
                </a:solidFill>
                <a:latin typeface="e-Ukraine" panose="00000500000000000000" pitchFamily="50" charset="-52"/>
              </a:rPr>
              <a:t>Текст може бути без заголовку. Або комбінований:</a:t>
            </a:r>
          </a:p>
          <a:p>
            <a:pPr marL="228600" indent="-228600">
              <a:buFont typeface="+mj-lt"/>
              <a:buAutoNum type="arabicPeriod"/>
            </a:pPr>
            <a:r>
              <a:rPr lang="uk-UA" sz="1200" dirty="0">
                <a:solidFill>
                  <a:srgbClr val="1A1A1A"/>
                </a:solidFill>
                <a:latin typeface="e-Ukraine" panose="00000500000000000000" pitchFamily="50" charset="-52"/>
              </a:rPr>
              <a:t>Наприклад </a:t>
            </a:r>
            <a:r>
              <a:rPr lang="en-US" sz="1200" dirty="0">
                <a:solidFill>
                  <a:srgbClr val="1A1A1A"/>
                </a:solidFill>
                <a:latin typeface="e-Ukraine" panose="00000500000000000000" pitchFamily="50" charset="-52"/>
              </a:rPr>
              <a:t>Lorem ipsum dolor sit </a:t>
            </a:r>
            <a:r>
              <a:rPr lang="en-US" sz="1200" dirty="0" err="1">
                <a:solidFill>
                  <a:srgbClr val="1A1A1A"/>
                </a:solidFill>
                <a:latin typeface="e-Ukraine" panose="00000500000000000000" pitchFamily="50" charset="-52"/>
              </a:rPr>
              <a:t>amet</a:t>
            </a:r>
            <a:r>
              <a:rPr lang="en-US" sz="1200" dirty="0">
                <a:solidFill>
                  <a:srgbClr val="1A1A1A"/>
                </a:solidFill>
                <a:latin typeface="e-Ukraine" panose="00000500000000000000" pitchFamily="50" charset="-52"/>
              </a:rPr>
              <a:t>, </a:t>
            </a:r>
            <a:r>
              <a:rPr lang="en-US" sz="1200" dirty="0" err="1">
                <a:solidFill>
                  <a:srgbClr val="1A1A1A"/>
                </a:solidFill>
                <a:latin typeface="e-Ukraine" panose="00000500000000000000" pitchFamily="50" charset="-52"/>
              </a:rPr>
              <a:t>consectetuer</a:t>
            </a:r>
            <a:r>
              <a:rPr lang="en-US" sz="1200" dirty="0">
                <a:solidFill>
                  <a:srgbClr val="1A1A1A"/>
                </a:solidFill>
                <a:latin typeface="e-Ukraine" panose="00000500000000000000" pitchFamily="50" charset="-52"/>
              </a:rPr>
              <a:t> </a:t>
            </a:r>
            <a:r>
              <a:rPr lang="en-US" sz="1200" dirty="0" err="1">
                <a:solidFill>
                  <a:srgbClr val="1A1A1A"/>
                </a:solidFill>
                <a:latin typeface="e-Ukraine" panose="00000500000000000000" pitchFamily="50" charset="-52"/>
              </a:rPr>
              <a:t>adipiscing</a:t>
            </a:r>
            <a:r>
              <a:rPr lang="en-US" sz="1200" dirty="0">
                <a:solidFill>
                  <a:srgbClr val="1A1A1A"/>
                </a:solidFill>
                <a:latin typeface="e-Ukraine" panose="00000500000000000000" pitchFamily="50" charset="-52"/>
              </a:rPr>
              <a:t> </a:t>
            </a:r>
            <a:r>
              <a:rPr lang="en-US" sz="1200" dirty="0" err="1">
                <a:solidFill>
                  <a:srgbClr val="1A1A1A"/>
                </a:solidFill>
                <a:latin typeface="e-Ukraine" panose="00000500000000000000" pitchFamily="50" charset="-52"/>
              </a:rPr>
              <a:t>elit</a:t>
            </a:r>
            <a:r>
              <a:rPr lang="uk-UA" sz="1200" dirty="0">
                <a:solidFill>
                  <a:srgbClr val="1A1A1A"/>
                </a:solidFill>
                <a:latin typeface="e-Ukraine" panose="00000500000000000000" pitchFamily="50" charset="-52"/>
              </a:rPr>
              <a:t>.</a:t>
            </a:r>
          </a:p>
          <a:p>
            <a:pPr marL="228600" indent="-228600">
              <a:buFont typeface="+mj-lt"/>
              <a:buAutoNum type="arabicPeriod"/>
            </a:pPr>
            <a:r>
              <a:rPr lang="uk-UA" sz="1200" dirty="0">
                <a:solidFill>
                  <a:srgbClr val="1A1A1A"/>
                </a:solidFill>
                <a:latin typeface="e-Ukraine" panose="00000500000000000000" pitchFamily="50" charset="-52"/>
              </a:rPr>
              <a:t>Або </a:t>
            </a:r>
            <a:r>
              <a:rPr lang="en-US" sz="1200" dirty="0">
                <a:solidFill>
                  <a:srgbClr val="1A1A1A"/>
                </a:solidFill>
                <a:latin typeface="e-Ukraine" panose="00000500000000000000" pitchFamily="50" charset="-52"/>
              </a:rPr>
              <a:t>d diam </a:t>
            </a:r>
            <a:r>
              <a:rPr lang="en-US" sz="1200" dirty="0" err="1">
                <a:solidFill>
                  <a:srgbClr val="1A1A1A"/>
                </a:solidFill>
                <a:latin typeface="e-Ukraine" panose="00000500000000000000" pitchFamily="50" charset="-52"/>
              </a:rPr>
              <a:t>nonummy</a:t>
            </a:r>
            <a:r>
              <a:rPr lang="en-US" sz="1200" dirty="0">
                <a:solidFill>
                  <a:srgbClr val="1A1A1A"/>
                </a:solidFill>
                <a:latin typeface="e-Ukraine" panose="00000500000000000000" pitchFamily="50" charset="-52"/>
              </a:rPr>
              <a:t> </a:t>
            </a:r>
            <a:r>
              <a:rPr lang="en-US" sz="1200" dirty="0" err="1">
                <a:solidFill>
                  <a:srgbClr val="1A1A1A"/>
                </a:solidFill>
                <a:latin typeface="e-Ukraine" panose="00000500000000000000" pitchFamily="50" charset="-52"/>
              </a:rPr>
              <a:t>nibh</a:t>
            </a:r>
            <a:r>
              <a:rPr lang="en-US" sz="1200" dirty="0">
                <a:solidFill>
                  <a:srgbClr val="1A1A1A"/>
                </a:solidFill>
                <a:latin typeface="e-Ukraine" panose="00000500000000000000" pitchFamily="50" charset="-52"/>
              </a:rPr>
              <a:t> </a:t>
            </a:r>
            <a:r>
              <a:rPr lang="en-US" sz="1200" dirty="0" err="1">
                <a:solidFill>
                  <a:srgbClr val="1A1A1A"/>
                </a:solidFill>
                <a:latin typeface="e-Ukraine" panose="00000500000000000000" pitchFamily="50" charset="-52"/>
              </a:rPr>
              <a:t>euismod</a:t>
            </a:r>
            <a:r>
              <a:rPr lang="en-US" sz="1200" dirty="0">
                <a:solidFill>
                  <a:srgbClr val="1A1A1A"/>
                </a:solidFill>
                <a:latin typeface="e-Ukraine" panose="00000500000000000000" pitchFamily="50" charset="-52"/>
              </a:rPr>
              <a:t> </a:t>
            </a:r>
            <a:r>
              <a:rPr lang="en-US" sz="1200" dirty="0" err="1">
                <a:solidFill>
                  <a:srgbClr val="1A1A1A"/>
                </a:solidFill>
                <a:latin typeface="e-Ukraine" panose="00000500000000000000" pitchFamily="50" charset="-52"/>
              </a:rPr>
              <a:t>tincidunt</a:t>
            </a:r>
            <a:r>
              <a:rPr lang="en-US" sz="1200" dirty="0">
                <a:solidFill>
                  <a:srgbClr val="1A1A1A"/>
                </a:solidFill>
                <a:latin typeface="e-Ukraine" panose="00000500000000000000" pitchFamily="50" charset="-52"/>
              </a:rPr>
              <a:t> </a:t>
            </a:r>
            <a:r>
              <a:rPr lang="en-US" sz="1200" dirty="0" err="1">
                <a:solidFill>
                  <a:srgbClr val="1A1A1A"/>
                </a:solidFill>
                <a:latin typeface="e-Ukraine" panose="00000500000000000000" pitchFamily="50" charset="-52"/>
              </a:rPr>
              <a:t>ut</a:t>
            </a:r>
            <a:r>
              <a:rPr lang="en-US" sz="1200" dirty="0">
                <a:solidFill>
                  <a:srgbClr val="1A1A1A"/>
                </a:solidFill>
                <a:latin typeface="e-Ukraine" panose="00000500000000000000" pitchFamily="50" charset="-52"/>
              </a:rPr>
              <a:t> </a:t>
            </a:r>
            <a:r>
              <a:rPr lang="en-US" sz="1200" dirty="0" err="1">
                <a:solidFill>
                  <a:srgbClr val="1A1A1A"/>
                </a:solidFill>
                <a:latin typeface="e-Ukraine" panose="00000500000000000000" pitchFamily="50" charset="-52"/>
              </a:rPr>
              <a:t>laoreet</a:t>
            </a:r>
            <a:r>
              <a:rPr lang="en-US" sz="1200" dirty="0">
                <a:solidFill>
                  <a:srgbClr val="1A1A1A"/>
                </a:solidFill>
                <a:latin typeface="e-Ukraine" panose="00000500000000000000" pitchFamily="50" charset="-52"/>
              </a:rPr>
              <a:t> dolore magna </a:t>
            </a:r>
            <a:r>
              <a:rPr lang="en-US" sz="1200" dirty="0" err="1">
                <a:solidFill>
                  <a:srgbClr val="1A1A1A"/>
                </a:solidFill>
                <a:latin typeface="e-Ukraine" panose="00000500000000000000" pitchFamily="50" charset="-52"/>
              </a:rPr>
              <a:t>aliquam</a:t>
            </a:r>
            <a:r>
              <a:rPr lang="en-US" sz="1200" dirty="0">
                <a:solidFill>
                  <a:srgbClr val="1A1A1A"/>
                </a:solidFill>
                <a:latin typeface="e-Ukraine" panose="00000500000000000000" pitchFamily="50" charset="-52"/>
              </a:rPr>
              <a:t> </a:t>
            </a:r>
            <a:r>
              <a:rPr lang="en-US" sz="1200" dirty="0" err="1">
                <a:solidFill>
                  <a:srgbClr val="1A1A1A"/>
                </a:solidFill>
                <a:latin typeface="e-Ukraine" panose="00000500000000000000" pitchFamily="50" charset="-52"/>
              </a:rPr>
              <a:t>erat</a:t>
            </a:r>
            <a:r>
              <a:rPr lang="en-US" sz="1200" dirty="0">
                <a:solidFill>
                  <a:srgbClr val="1A1A1A"/>
                </a:solidFill>
                <a:latin typeface="e-Ukraine" panose="00000500000000000000" pitchFamily="50" charset="-52"/>
              </a:rPr>
              <a:t> </a:t>
            </a:r>
            <a:r>
              <a:rPr lang="en-US" sz="1200" dirty="0" err="1">
                <a:solidFill>
                  <a:srgbClr val="1A1A1A"/>
                </a:solidFill>
                <a:latin typeface="e-Ukraine" panose="00000500000000000000" pitchFamily="50" charset="-52"/>
              </a:rPr>
              <a:t>volutpat</a:t>
            </a:r>
            <a:r>
              <a:rPr lang="en-US" sz="1200" dirty="0">
                <a:solidFill>
                  <a:srgbClr val="1A1A1A"/>
                </a:solidFill>
                <a:latin typeface="e-Ukraine" panose="00000500000000000000" pitchFamily="50" charset="-52"/>
              </a:rPr>
              <a:t>. </a:t>
            </a:r>
            <a:endParaRPr lang="uk-UA" sz="1200" dirty="0">
              <a:solidFill>
                <a:srgbClr val="1A1A1A"/>
              </a:solidFill>
              <a:latin typeface="e-Ukraine" panose="00000500000000000000" pitchFamily="50" charset="-52"/>
            </a:endParaRPr>
          </a:p>
          <a:p>
            <a:pPr marL="228600" indent="-228600">
              <a:buFont typeface="+mj-lt"/>
              <a:buAutoNum type="arabicPeriod"/>
            </a:pPr>
            <a:r>
              <a:rPr lang="uk-UA" sz="1200" dirty="0">
                <a:solidFill>
                  <a:srgbClr val="1A1A1A"/>
                </a:solidFill>
                <a:latin typeface="e-Ukraine" panose="00000500000000000000" pitchFamily="50" charset="-52"/>
              </a:rPr>
              <a:t>П’яте-десяте</a:t>
            </a:r>
          </a:p>
        </p:txBody>
      </p:sp>
      <p:sp>
        <p:nvSpPr>
          <p:cNvPr id="3" name="Rectangle: Diagonal Corners Snipped 2">
            <a:extLst>
              <a:ext uri="{FF2B5EF4-FFF2-40B4-BE49-F238E27FC236}">
                <a16:creationId xmlns:a16="http://schemas.microsoft.com/office/drawing/2014/main" id="{64D8012A-DDCB-1DB6-8A3E-B5E988FC0285}"/>
              </a:ext>
            </a:extLst>
          </p:cNvPr>
          <p:cNvSpPr/>
          <p:nvPr/>
        </p:nvSpPr>
        <p:spPr>
          <a:xfrm>
            <a:off x="4628646" y="862032"/>
            <a:ext cx="4281040" cy="3014053"/>
          </a:xfrm>
          <a:prstGeom prst="snip2DiagRect">
            <a:avLst>
              <a:gd name="adj1" fmla="val 0"/>
              <a:gd name="adj2" fmla="val 6412"/>
            </a:avLst>
          </a:prstGeom>
          <a:noFill/>
          <a:ln>
            <a:solidFill>
              <a:srgbClr val="1A1A1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uk-UA" sz="1200" b="1" dirty="0">
                <a:solidFill>
                  <a:srgbClr val="1A1A1A"/>
                </a:solidFill>
                <a:latin typeface="e-Ukraine" panose="00000500000000000000" pitchFamily="50" charset="-52"/>
              </a:rPr>
              <a:t>Мінуси запропонованого варіанту:</a:t>
            </a:r>
          </a:p>
          <a:p>
            <a:endParaRPr lang="uk-UA" sz="1200" dirty="0">
              <a:solidFill>
                <a:srgbClr val="1A1A1A"/>
              </a:solidFill>
              <a:latin typeface="e-Ukraine" panose="00000500000000000000" pitchFamily="50" charset="-52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uk-UA" sz="1200" dirty="0">
                <a:solidFill>
                  <a:srgbClr val="1A1A1A"/>
                </a:solidFill>
                <a:latin typeface="e-Ukraine" panose="00000500000000000000" pitchFamily="50" charset="-52"/>
              </a:rPr>
              <a:t>Основний текст блоку зі списком, Шрифт </a:t>
            </a:r>
            <a:r>
              <a:rPr lang="en-US" sz="1200" dirty="0">
                <a:solidFill>
                  <a:srgbClr val="1A1A1A"/>
                </a:solidFill>
                <a:latin typeface="e-Ukraine" panose="00000500000000000000" pitchFamily="50" charset="-52"/>
              </a:rPr>
              <a:t>e-Ukraine </a:t>
            </a:r>
            <a:r>
              <a:rPr lang="uk-UA" sz="1200" dirty="0">
                <a:solidFill>
                  <a:srgbClr val="1A1A1A"/>
                </a:solidFill>
                <a:latin typeface="e-Ukraine" panose="00000500000000000000" pitchFamily="50" charset="-52"/>
              </a:rPr>
              <a:t>10-12</a:t>
            </a:r>
            <a:r>
              <a:rPr lang="en-US" sz="1200" dirty="0">
                <a:solidFill>
                  <a:srgbClr val="1A1A1A"/>
                </a:solidFill>
                <a:latin typeface="e-Ukraine" panose="00000500000000000000" pitchFamily="50" charset="-52"/>
              </a:rPr>
              <a:t> pt</a:t>
            </a:r>
            <a:r>
              <a:rPr lang="uk-UA" sz="1200" dirty="0">
                <a:solidFill>
                  <a:srgbClr val="1A1A1A"/>
                </a:solidFill>
                <a:latin typeface="e-Ukraine" panose="00000500000000000000" pitchFamily="50" charset="-52"/>
              </a:rPr>
              <a:t>. </a:t>
            </a:r>
          </a:p>
          <a:p>
            <a:endParaRPr lang="uk-UA" sz="1200" dirty="0">
              <a:solidFill>
                <a:srgbClr val="1A1A1A"/>
              </a:solidFill>
              <a:latin typeface="e-Ukraine" panose="00000500000000000000" pitchFamily="50" charset="-52"/>
            </a:endParaRPr>
          </a:p>
          <a:p>
            <a:r>
              <a:rPr lang="uk-UA" sz="1200" dirty="0">
                <a:solidFill>
                  <a:srgbClr val="1A1A1A"/>
                </a:solidFill>
                <a:latin typeface="e-Ukraine" panose="00000500000000000000" pitchFamily="50" charset="-52"/>
              </a:rPr>
              <a:t>Текст може бути без заголовку. Або комбінований: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uk-UA" sz="1200" dirty="0">
                <a:solidFill>
                  <a:srgbClr val="1A1A1A"/>
                </a:solidFill>
                <a:latin typeface="e-Ukraine" panose="00000500000000000000" pitchFamily="50" charset="-52"/>
              </a:rPr>
              <a:t>Наприклад </a:t>
            </a:r>
            <a:r>
              <a:rPr lang="en-US" sz="1200" dirty="0">
                <a:solidFill>
                  <a:srgbClr val="1A1A1A"/>
                </a:solidFill>
                <a:latin typeface="e-Ukraine" panose="00000500000000000000" pitchFamily="50" charset="-52"/>
              </a:rPr>
              <a:t>Lorem ipsum dolor sit </a:t>
            </a:r>
            <a:r>
              <a:rPr lang="en-US" sz="1200" dirty="0" err="1">
                <a:solidFill>
                  <a:srgbClr val="1A1A1A"/>
                </a:solidFill>
                <a:latin typeface="e-Ukraine" panose="00000500000000000000" pitchFamily="50" charset="-52"/>
              </a:rPr>
              <a:t>amet</a:t>
            </a:r>
            <a:r>
              <a:rPr lang="en-US" sz="1200" dirty="0">
                <a:solidFill>
                  <a:srgbClr val="1A1A1A"/>
                </a:solidFill>
                <a:latin typeface="e-Ukraine" panose="00000500000000000000" pitchFamily="50" charset="-52"/>
              </a:rPr>
              <a:t>, </a:t>
            </a:r>
            <a:r>
              <a:rPr lang="en-US" sz="1200" dirty="0" err="1">
                <a:solidFill>
                  <a:srgbClr val="1A1A1A"/>
                </a:solidFill>
                <a:latin typeface="e-Ukraine" panose="00000500000000000000" pitchFamily="50" charset="-52"/>
              </a:rPr>
              <a:t>consectetuer</a:t>
            </a:r>
            <a:r>
              <a:rPr lang="en-US" sz="1200" dirty="0">
                <a:solidFill>
                  <a:srgbClr val="1A1A1A"/>
                </a:solidFill>
                <a:latin typeface="e-Ukraine" panose="00000500000000000000" pitchFamily="50" charset="-52"/>
              </a:rPr>
              <a:t> </a:t>
            </a:r>
            <a:r>
              <a:rPr lang="en-US" sz="1200" dirty="0" err="1">
                <a:solidFill>
                  <a:srgbClr val="1A1A1A"/>
                </a:solidFill>
                <a:latin typeface="e-Ukraine" panose="00000500000000000000" pitchFamily="50" charset="-52"/>
              </a:rPr>
              <a:t>adipiscing</a:t>
            </a:r>
            <a:r>
              <a:rPr lang="en-US" sz="1200" dirty="0">
                <a:solidFill>
                  <a:srgbClr val="1A1A1A"/>
                </a:solidFill>
                <a:latin typeface="e-Ukraine" panose="00000500000000000000" pitchFamily="50" charset="-52"/>
              </a:rPr>
              <a:t> </a:t>
            </a:r>
            <a:r>
              <a:rPr lang="en-US" sz="1200" dirty="0" err="1">
                <a:solidFill>
                  <a:srgbClr val="1A1A1A"/>
                </a:solidFill>
                <a:latin typeface="e-Ukraine" panose="00000500000000000000" pitchFamily="50" charset="-52"/>
              </a:rPr>
              <a:t>elit</a:t>
            </a:r>
            <a:r>
              <a:rPr lang="uk-UA" sz="1200" dirty="0">
                <a:solidFill>
                  <a:srgbClr val="1A1A1A"/>
                </a:solidFill>
                <a:latin typeface="e-Ukraine" panose="00000500000000000000" pitchFamily="50" charset="-52"/>
              </a:rPr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uk-UA" sz="1200" dirty="0">
                <a:solidFill>
                  <a:srgbClr val="1A1A1A"/>
                </a:solidFill>
                <a:latin typeface="e-Ukraine" panose="00000500000000000000" pitchFamily="50" charset="-52"/>
              </a:rPr>
              <a:t>Або </a:t>
            </a:r>
            <a:r>
              <a:rPr lang="en-US" sz="1200" dirty="0">
                <a:solidFill>
                  <a:srgbClr val="1A1A1A"/>
                </a:solidFill>
                <a:latin typeface="e-Ukraine" panose="00000500000000000000" pitchFamily="50" charset="-52"/>
              </a:rPr>
              <a:t>d diam </a:t>
            </a:r>
            <a:r>
              <a:rPr lang="en-US" sz="1200" dirty="0" err="1">
                <a:solidFill>
                  <a:srgbClr val="1A1A1A"/>
                </a:solidFill>
                <a:latin typeface="e-Ukraine" panose="00000500000000000000" pitchFamily="50" charset="-52"/>
              </a:rPr>
              <a:t>nonummy</a:t>
            </a:r>
            <a:r>
              <a:rPr lang="en-US" sz="1200" dirty="0">
                <a:solidFill>
                  <a:srgbClr val="1A1A1A"/>
                </a:solidFill>
                <a:latin typeface="e-Ukraine" panose="00000500000000000000" pitchFamily="50" charset="-52"/>
              </a:rPr>
              <a:t> </a:t>
            </a:r>
            <a:r>
              <a:rPr lang="en-US" sz="1200" dirty="0" err="1">
                <a:solidFill>
                  <a:srgbClr val="1A1A1A"/>
                </a:solidFill>
                <a:latin typeface="e-Ukraine" panose="00000500000000000000" pitchFamily="50" charset="-52"/>
              </a:rPr>
              <a:t>nibh</a:t>
            </a:r>
            <a:r>
              <a:rPr lang="en-US" sz="1200" dirty="0">
                <a:solidFill>
                  <a:srgbClr val="1A1A1A"/>
                </a:solidFill>
                <a:latin typeface="e-Ukraine" panose="00000500000000000000" pitchFamily="50" charset="-52"/>
              </a:rPr>
              <a:t> </a:t>
            </a:r>
            <a:r>
              <a:rPr lang="en-US" sz="1200" dirty="0" err="1">
                <a:solidFill>
                  <a:srgbClr val="1A1A1A"/>
                </a:solidFill>
                <a:latin typeface="e-Ukraine" panose="00000500000000000000" pitchFamily="50" charset="-52"/>
              </a:rPr>
              <a:t>euismod</a:t>
            </a:r>
            <a:r>
              <a:rPr lang="en-US" sz="1200" dirty="0">
                <a:solidFill>
                  <a:srgbClr val="1A1A1A"/>
                </a:solidFill>
                <a:latin typeface="e-Ukraine" panose="00000500000000000000" pitchFamily="50" charset="-52"/>
              </a:rPr>
              <a:t> </a:t>
            </a:r>
            <a:r>
              <a:rPr lang="en-US" sz="1200" dirty="0" err="1">
                <a:solidFill>
                  <a:srgbClr val="1A1A1A"/>
                </a:solidFill>
                <a:latin typeface="e-Ukraine" panose="00000500000000000000" pitchFamily="50" charset="-52"/>
              </a:rPr>
              <a:t>tincidunt</a:t>
            </a:r>
            <a:r>
              <a:rPr lang="en-US" sz="1200" dirty="0">
                <a:solidFill>
                  <a:srgbClr val="1A1A1A"/>
                </a:solidFill>
                <a:latin typeface="e-Ukraine" panose="00000500000000000000" pitchFamily="50" charset="-52"/>
              </a:rPr>
              <a:t> </a:t>
            </a:r>
            <a:r>
              <a:rPr lang="en-US" sz="1200" dirty="0" err="1">
                <a:solidFill>
                  <a:srgbClr val="1A1A1A"/>
                </a:solidFill>
                <a:latin typeface="e-Ukraine" panose="00000500000000000000" pitchFamily="50" charset="-52"/>
              </a:rPr>
              <a:t>ut</a:t>
            </a:r>
            <a:r>
              <a:rPr lang="en-US" sz="1200" dirty="0">
                <a:solidFill>
                  <a:srgbClr val="1A1A1A"/>
                </a:solidFill>
                <a:latin typeface="e-Ukraine" panose="00000500000000000000" pitchFamily="50" charset="-52"/>
              </a:rPr>
              <a:t> </a:t>
            </a:r>
            <a:r>
              <a:rPr lang="en-US" sz="1200" dirty="0" err="1">
                <a:solidFill>
                  <a:srgbClr val="1A1A1A"/>
                </a:solidFill>
                <a:latin typeface="e-Ukraine" panose="00000500000000000000" pitchFamily="50" charset="-52"/>
              </a:rPr>
              <a:t>laoreet</a:t>
            </a:r>
            <a:r>
              <a:rPr lang="en-US" sz="1200" dirty="0">
                <a:solidFill>
                  <a:srgbClr val="1A1A1A"/>
                </a:solidFill>
                <a:latin typeface="e-Ukraine" panose="00000500000000000000" pitchFamily="50" charset="-52"/>
              </a:rPr>
              <a:t> dolore magna </a:t>
            </a:r>
            <a:r>
              <a:rPr lang="en-US" sz="1200" dirty="0" err="1">
                <a:solidFill>
                  <a:srgbClr val="1A1A1A"/>
                </a:solidFill>
                <a:latin typeface="e-Ukraine" panose="00000500000000000000" pitchFamily="50" charset="-52"/>
              </a:rPr>
              <a:t>aliquam</a:t>
            </a:r>
            <a:r>
              <a:rPr lang="en-US" sz="1200" dirty="0">
                <a:solidFill>
                  <a:srgbClr val="1A1A1A"/>
                </a:solidFill>
                <a:latin typeface="e-Ukraine" panose="00000500000000000000" pitchFamily="50" charset="-52"/>
              </a:rPr>
              <a:t> </a:t>
            </a:r>
            <a:r>
              <a:rPr lang="en-US" sz="1200" dirty="0" err="1">
                <a:solidFill>
                  <a:srgbClr val="1A1A1A"/>
                </a:solidFill>
                <a:latin typeface="e-Ukraine" panose="00000500000000000000" pitchFamily="50" charset="-52"/>
              </a:rPr>
              <a:t>erat</a:t>
            </a:r>
            <a:r>
              <a:rPr lang="en-US" sz="1200" dirty="0">
                <a:solidFill>
                  <a:srgbClr val="1A1A1A"/>
                </a:solidFill>
                <a:latin typeface="e-Ukraine" panose="00000500000000000000" pitchFamily="50" charset="-52"/>
              </a:rPr>
              <a:t> </a:t>
            </a:r>
            <a:r>
              <a:rPr lang="en-US" sz="1200" dirty="0" err="1">
                <a:solidFill>
                  <a:srgbClr val="1A1A1A"/>
                </a:solidFill>
                <a:latin typeface="e-Ukraine" panose="00000500000000000000" pitchFamily="50" charset="-52"/>
              </a:rPr>
              <a:t>volutpat</a:t>
            </a:r>
            <a:r>
              <a:rPr lang="en-US" sz="1200" dirty="0">
                <a:solidFill>
                  <a:srgbClr val="1A1A1A"/>
                </a:solidFill>
                <a:latin typeface="e-Ukraine" panose="00000500000000000000" pitchFamily="50" charset="-52"/>
              </a:rPr>
              <a:t>. </a:t>
            </a:r>
            <a:endParaRPr lang="uk-UA" sz="1200" dirty="0">
              <a:solidFill>
                <a:srgbClr val="1A1A1A"/>
              </a:solidFill>
              <a:latin typeface="e-Ukraine" panose="00000500000000000000" pitchFamily="50" charset="-52"/>
            </a:endParaRPr>
          </a:p>
        </p:txBody>
      </p:sp>
      <p:sp>
        <p:nvSpPr>
          <p:cNvPr id="4" name="Rectangle: Diagonal Corners Snipped 3">
            <a:extLst>
              <a:ext uri="{FF2B5EF4-FFF2-40B4-BE49-F238E27FC236}">
                <a16:creationId xmlns:a16="http://schemas.microsoft.com/office/drawing/2014/main" id="{7EDB5A77-3F3D-E94F-BCC1-F6CEA97A15F3}"/>
              </a:ext>
            </a:extLst>
          </p:cNvPr>
          <p:cNvSpPr/>
          <p:nvPr/>
        </p:nvSpPr>
        <p:spPr>
          <a:xfrm>
            <a:off x="1721693" y="3556045"/>
            <a:ext cx="1306285" cy="640080"/>
          </a:xfrm>
          <a:prstGeom prst="snip2DiagRect">
            <a:avLst/>
          </a:prstGeom>
          <a:solidFill>
            <a:srgbClr val="85C42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uk-UA" sz="5400" dirty="0">
                <a:solidFill>
                  <a:srgbClr val="1A1A1A"/>
                </a:solidFill>
                <a:latin typeface="e-Ukraine" panose="00000500000000000000" pitchFamily="50" charset="-52"/>
              </a:rPr>
              <a:t>+</a:t>
            </a:r>
            <a:endParaRPr lang="en-US" sz="5400" dirty="0">
              <a:solidFill>
                <a:srgbClr val="1A1A1A"/>
              </a:solidFill>
              <a:latin typeface="e-Ukraine" panose="00000500000000000000" pitchFamily="50" charset="-52"/>
            </a:endParaRPr>
          </a:p>
        </p:txBody>
      </p:sp>
      <p:sp>
        <p:nvSpPr>
          <p:cNvPr id="7" name="Rectangle: Diagonal Corners Snipped 6">
            <a:extLst>
              <a:ext uri="{FF2B5EF4-FFF2-40B4-BE49-F238E27FC236}">
                <a16:creationId xmlns:a16="http://schemas.microsoft.com/office/drawing/2014/main" id="{46E0D75E-703E-91A9-F4AA-2B32B9D60FBE}"/>
              </a:ext>
            </a:extLst>
          </p:cNvPr>
          <p:cNvSpPr/>
          <p:nvPr/>
        </p:nvSpPr>
        <p:spPr>
          <a:xfrm>
            <a:off x="6116024" y="3558113"/>
            <a:ext cx="1306285" cy="640080"/>
          </a:xfrm>
          <a:prstGeom prst="snip2DiagRect">
            <a:avLst/>
          </a:prstGeom>
          <a:solidFill>
            <a:srgbClr val="DA451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uk-UA" sz="5400" dirty="0">
                <a:latin typeface="e-Ukraine" panose="00000500000000000000" pitchFamily="50" charset="-52"/>
              </a:rPr>
              <a:t>–</a:t>
            </a:r>
            <a:endParaRPr lang="en-US" sz="5400" dirty="0">
              <a:latin typeface="e-Ukraine" panose="00000500000000000000" pitchFamily="50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65903396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C67AC8-A577-7E95-0CDE-91CD692E5A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Chart 12">
            <a:extLst>
              <a:ext uri="{FF2B5EF4-FFF2-40B4-BE49-F238E27FC236}">
                <a16:creationId xmlns:a16="http://schemas.microsoft.com/office/drawing/2014/main" id="{BDEB26B2-4566-3BB7-1191-0FFA2692E01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09853179"/>
              </p:ext>
            </p:extLst>
          </p:nvPr>
        </p:nvGraphicFramePr>
        <p:xfrm>
          <a:off x="2232889" y="748695"/>
          <a:ext cx="5859133" cy="41973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0">
            <a:extLst>
              <a:ext uri="{FF2B5EF4-FFF2-40B4-BE49-F238E27FC236}">
                <a16:creationId xmlns:a16="http://schemas.microsoft.com/office/drawing/2014/main" id="{E832D89D-10E0-92C0-6402-E14AD9B2E217}"/>
              </a:ext>
            </a:extLst>
          </p:cNvPr>
          <p:cNvSpPr/>
          <p:nvPr/>
        </p:nvSpPr>
        <p:spPr>
          <a:xfrm>
            <a:off x="234316" y="107731"/>
            <a:ext cx="5859133" cy="5780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uk-UA" sz="2000" kern="0" spc="-70" dirty="0">
                <a:solidFill>
                  <a:srgbClr val="1A1A1A"/>
                </a:solidFill>
                <a:latin typeface="e-Ukraine Head Bold" panose="00000800000000000000" pitchFamily="50" charset="-52"/>
                <a:ea typeface="e-Ukraine Head" pitchFamily="34" charset="-122"/>
                <a:cs typeface="e-Ukraine Head" pitchFamily="34" charset="-120"/>
              </a:rPr>
              <a:t>Ключові виробники озброєння</a:t>
            </a:r>
            <a:endParaRPr lang="en-US" sz="2000" kern="0" spc="-70" dirty="0">
              <a:solidFill>
                <a:srgbClr val="1A1A1A"/>
              </a:solidFill>
              <a:latin typeface="e-Ukraine Head Bold" panose="00000800000000000000" pitchFamily="50" charset="-52"/>
              <a:ea typeface="e-Ukraine Head" pitchFamily="34" charset="-122"/>
              <a:cs typeface="e-Ukraine Head" pitchFamily="34" charset="-120"/>
            </a:endParaRP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95894B7F-150C-085C-9B9A-B1C7CBE2374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46099" y="197455"/>
            <a:ext cx="1693272" cy="256081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3ED4347D-921E-0438-AB42-C1376D899D8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092022" y="197455"/>
            <a:ext cx="817662" cy="256081"/>
          </a:xfrm>
          <a:prstGeom prst="rect">
            <a:avLst/>
          </a:prstGeom>
        </p:spPr>
      </p:pic>
      <p:sp>
        <p:nvSpPr>
          <p:cNvPr id="9" name="Rectangle: Diagonal Corners Snipped 8">
            <a:extLst>
              <a:ext uri="{FF2B5EF4-FFF2-40B4-BE49-F238E27FC236}">
                <a16:creationId xmlns:a16="http://schemas.microsoft.com/office/drawing/2014/main" id="{3399982E-D864-8320-C626-8A6F36C3138D}"/>
              </a:ext>
            </a:extLst>
          </p:cNvPr>
          <p:cNvSpPr/>
          <p:nvPr/>
        </p:nvSpPr>
        <p:spPr>
          <a:xfrm>
            <a:off x="7216412" y="970825"/>
            <a:ext cx="1693272" cy="640080"/>
          </a:xfrm>
          <a:prstGeom prst="snip2DiagRect">
            <a:avLst/>
          </a:prstGeom>
          <a:solidFill>
            <a:srgbClr val="2E57B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uk-UA" sz="1400" dirty="0">
                <a:latin typeface="e-Ukraine" panose="00000500000000000000" pitchFamily="50" charset="-52"/>
              </a:rPr>
              <a:t>Приватні</a:t>
            </a:r>
            <a:endParaRPr lang="en-US" sz="1400" dirty="0">
              <a:latin typeface="e-Ukraine" panose="00000500000000000000" pitchFamily="50" charset="-52"/>
            </a:endParaRPr>
          </a:p>
        </p:txBody>
      </p:sp>
      <p:sp>
        <p:nvSpPr>
          <p:cNvPr id="10" name="Rectangle: Diagonal Corners Snipped 9">
            <a:extLst>
              <a:ext uri="{FF2B5EF4-FFF2-40B4-BE49-F238E27FC236}">
                <a16:creationId xmlns:a16="http://schemas.microsoft.com/office/drawing/2014/main" id="{E92C6BDE-E45A-966A-0C9F-7B5E0EEC363F}"/>
              </a:ext>
            </a:extLst>
          </p:cNvPr>
          <p:cNvSpPr/>
          <p:nvPr/>
        </p:nvSpPr>
        <p:spPr>
          <a:xfrm>
            <a:off x="7216411" y="1931670"/>
            <a:ext cx="1693272" cy="640080"/>
          </a:xfrm>
          <a:prstGeom prst="snip2DiagRect">
            <a:avLst/>
          </a:prstGeom>
          <a:solidFill>
            <a:srgbClr val="F4D82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uk-UA" sz="1400" dirty="0">
                <a:solidFill>
                  <a:srgbClr val="1A1A1A"/>
                </a:solidFill>
                <a:latin typeface="e-Ukraine" panose="00000500000000000000" pitchFamily="50" charset="-52"/>
              </a:rPr>
              <a:t>Державні</a:t>
            </a:r>
            <a:endParaRPr lang="en-US" sz="1400" dirty="0">
              <a:solidFill>
                <a:srgbClr val="1A1A1A"/>
              </a:solidFill>
              <a:latin typeface="e-Ukraine" panose="00000500000000000000" pitchFamily="50" charset="-52"/>
            </a:endParaRPr>
          </a:p>
        </p:txBody>
      </p:sp>
      <p:sp>
        <p:nvSpPr>
          <p:cNvPr id="14" name="Rectangle: Diagonal Corners Snipped 13">
            <a:extLst>
              <a:ext uri="{FF2B5EF4-FFF2-40B4-BE49-F238E27FC236}">
                <a16:creationId xmlns:a16="http://schemas.microsoft.com/office/drawing/2014/main" id="{9871135B-32E4-CA70-970F-7498BB1844D8}"/>
              </a:ext>
            </a:extLst>
          </p:cNvPr>
          <p:cNvSpPr/>
          <p:nvPr/>
        </p:nvSpPr>
        <p:spPr>
          <a:xfrm>
            <a:off x="234316" y="862032"/>
            <a:ext cx="2813684" cy="4002068"/>
          </a:xfrm>
          <a:prstGeom prst="snip2DiagRect">
            <a:avLst>
              <a:gd name="adj1" fmla="val 0"/>
              <a:gd name="adj2" fmla="val 6412"/>
            </a:avLst>
          </a:prstGeom>
          <a:solidFill>
            <a:srgbClr val="BCBA8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uk-UA" sz="1200" b="1" dirty="0">
                <a:solidFill>
                  <a:srgbClr val="1A1A1A"/>
                </a:solidFill>
                <a:latin typeface="e-Ukraine" panose="00000500000000000000" pitchFamily="50" charset="-52"/>
              </a:rPr>
              <a:t>Станом на 2026 рік </a:t>
            </a:r>
            <a:r>
              <a:rPr lang="uk-UA" sz="1200" b="1" dirty="0" err="1">
                <a:solidFill>
                  <a:srgbClr val="1A1A1A"/>
                </a:solidFill>
                <a:latin typeface="e-Ukraine" panose="00000500000000000000" pitchFamily="50" charset="-52"/>
              </a:rPr>
              <a:t>харктерним</a:t>
            </a:r>
            <a:r>
              <a:rPr lang="uk-UA" sz="1200" b="1" dirty="0">
                <a:solidFill>
                  <a:srgbClr val="1A1A1A"/>
                </a:solidFill>
                <a:latin typeface="e-Ukraine" panose="00000500000000000000" pitchFamily="50" charset="-52"/>
              </a:rPr>
              <a:t> є асиметричний розподіл ринку виробництва військових засобів.</a:t>
            </a:r>
          </a:p>
          <a:p>
            <a:endParaRPr lang="uk-UA" sz="1200" dirty="0">
              <a:solidFill>
                <a:srgbClr val="1A1A1A"/>
              </a:solidFill>
              <a:latin typeface="e-Ukraine" panose="00000500000000000000" pitchFamily="50" charset="-52"/>
            </a:endParaRPr>
          </a:p>
          <a:p>
            <a:r>
              <a:rPr lang="uk-UA" sz="1200" dirty="0">
                <a:solidFill>
                  <a:srgbClr val="1A1A1A"/>
                </a:solidFill>
                <a:latin typeface="e-Ukraine" panose="00000500000000000000" pitchFamily="50" charset="-52"/>
              </a:rPr>
              <a:t>Текст може бути без заголовку. Або комбінований: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uk-UA" sz="1200" dirty="0">
                <a:solidFill>
                  <a:srgbClr val="1A1A1A"/>
                </a:solidFill>
                <a:latin typeface="e-Ukraine" panose="00000500000000000000" pitchFamily="50" charset="-52"/>
              </a:rPr>
              <a:t>Наприклад </a:t>
            </a:r>
            <a:r>
              <a:rPr lang="en-US" sz="1200" dirty="0">
                <a:solidFill>
                  <a:srgbClr val="1A1A1A"/>
                </a:solidFill>
                <a:latin typeface="e-Ukraine" panose="00000500000000000000" pitchFamily="50" charset="-52"/>
              </a:rPr>
              <a:t>Lorem ipsum dolor sit </a:t>
            </a:r>
            <a:r>
              <a:rPr lang="en-US" sz="1200" dirty="0" err="1">
                <a:solidFill>
                  <a:srgbClr val="1A1A1A"/>
                </a:solidFill>
                <a:latin typeface="e-Ukraine" panose="00000500000000000000" pitchFamily="50" charset="-52"/>
              </a:rPr>
              <a:t>amet</a:t>
            </a:r>
            <a:r>
              <a:rPr lang="en-US" sz="1200" dirty="0">
                <a:solidFill>
                  <a:srgbClr val="1A1A1A"/>
                </a:solidFill>
                <a:latin typeface="e-Ukraine" panose="00000500000000000000" pitchFamily="50" charset="-52"/>
              </a:rPr>
              <a:t>, </a:t>
            </a:r>
            <a:r>
              <a:rPr lang="en-US" sz="1200" dirty="0" err="1">
                <a:solidFill>
                  <a:srgbClr val="1A1A1A"/>
                </a:solidFill>
                <a:latin typeface="e-Ukraine" panose="00000500000000000000" pitchFamily="50" charset="-52"/>
              </a:rPr>
              <a:t>consectetuer</a:t>
            </a:r>
            <a:r>
              <a:rPr lang="en-US" sz="1200" dirty="0">
                <a:solidFill>
                  <a:srgbClr val="1A1A1A"/>
                </a:solidFill>
                <a:latin typeface="e-Ukraine" panose="00000500000000000000" pitchFamily="50" charset="-52"/>
              </a:rPr>
              <a:t> </a:t>
            </a:r>
            <a:r>
              <a:rPr lang="en-US" sz="1200" dirty="0" err="1">
                <a:solidFill>
                  <a:srgbClr val="1A1A1A"/>
                </a:solidFill>
                <a:latin typeface="e-Ukraine" panose="00000500000000000000" pitchFamily="50" charset="-52"/>
              </a:rPr>
              <a:t>adipiscing</a:t>
            </a:r>
            <a:r>
              <a:rPr lang="en-US" sz="1200" dirty="0">
                <a:solidFill>
                  <a:srgbClr val="1A1A1A"/>
                </a:solidFill>
                <a:latin typeface="e-Ukraine" panose="00000500000000000000" pitchFamily="50" charset="-52"/>
              </a:rPr>
              <a:t> </a:t>
            </a:r>
            <a:r>
              <a:rPr lang="en-US" sz="1200" dirty="0" err="1">
                <a:solidFill>
                  <a:srgbClr val="1A1A1A"/>
                </a:solidFill>
                <a:latin typeface="e-Ukraine" panose="00000500000000000000" pitchFamily="50" charset="-52"/>
              </a:rPr>
              <a:t>elit</a:t>
            </a:r>
            <a:r>
              <a:rPr lang="uk-UA" sz="1200" dirty="0">
                <a:solidFill>
                  <a:srgbClr val="1A1A1A"/>
                </a:solidFill>
                <a:latin typeface="e-Ukraine" panose="00000500000000000000" pitchFamily="50" charset="-52"/>
              </a:rPr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uk-UA" sz="1200" dirty="0">
                <a:solidFill>
                  <a:srgbClr val="1A1A1A"/>
                </a:solidFill>
                <a:latin typeface="e-Ukraine" panose="00000500000000000000" pitchFamily="50" charset="-52"/>
              </a:rPr>
              <a:t>Або </a:t>
            </a:r>
            <a:r>
              <a:rPr lang="en-US" sz="1200" dirty="0">
                <a:solidFill>
                  <a:srgbClr val="1A1A1A"/>
                </a:solidFill>
                <a:latin typeface="e-Ukraine" panose="00000500000000000000" pitchFamily="50" charset="-52"/>
              </a:rPr>
              <a:t>d diam </a:t>
            </a:r>
            <a:r>
              <a:rPr lang="en-US" sz="1200" dirty="0" err="1">
                <a:solidFill>
                  <a:srgbClr val="1A1A1A"/>
                </a:solidFill>
                <a:latin typeface="e-Ukraine" panose="00000500000000000000" pitchFamily="50" charset="-52"/>
              </a:rPr>
              <a:t>nonummy</a:t>
            </a:r>
            <a:r>
              <a:rPr lang="en-US" sz="1200" dirty="0">
                <a:solidFill>
                  <a:srgbClr val="1A1A1A"/>
                </a:solidFill>
                <a:latin typeface="e-Ukraine" panose="00000500000000000000" pitchFamily="50" charset="-52"/>
              </a:rPr>
              <a:t> </a:t>
            </a:r>
            <a:r>
              <a:rPr lang="en-US" sz="1200" dirty="0" err="1">
                <a:solidFill>
                  <a:srgbClr val="1A1A1A"/>
                </a:solidFill>
                <a:latin typeface="e-Ukraine" panose="00000500000000000000" pitchFamily="50" charset="-52"/>
              </a:rPr>
              <a:t>nibh</a:t>
            </a:r>
            <a:r>
              <a:rPr lang="en-US" sz="1200" dirty="0">
                <a:solidFill>
                  <a:srgbClr val="1A1A1A"/>
                </a:solidFill>
                <a:latin typeface="e-Ukraine" panose="00000500000000000000" pitchFamily="50" charset="-52"/>
              </a:rPr>
              <a:t> </a:t>
            </a:r>
            <a:r>
              <a:rPr lang="en-US" sz="1200" dirty="0" err="1">
                <a:solidFill>
                  <a:srgbClr val="1A1A1A"/>
                </a:solidFill>
                <a:latin typeface="e-Ukraine" panose="00000500000000000000" pitchFamily="50" charset="-52"/>
              </a:rPr>
              <a:t>euismod</a:t>
            </a:r>
            <a:r>
              <a:rPr lang="en-US" sz="1200" dirty="0">
                <a:solidFill>
                  <a:srgbClr val="1A1A1A"/>
                </a:solidFill>
                <a:latin typeface="e-Ukraine" panose="00000500000000000000" pitchFamily="50" charset="-52"/>
              </a:rPr>
              <a:t> </a:t>
            </a:r>
            <a:r>
              <a:rPr lang="en-US" sz="1200" dirty="0" err="1">
                <a:solidFill>
                  <a:srgbClr val="1A1A1A"/>
                </a:solidFill>
                <a:latin typeface="e-Ukraine" panose="00000500000000000000" pitchFamily="50" charset="-52"/>
              </a:rPr>
              <a:t>tincidunt</a:t>
            </a:r>
            <a:r>
              <a:rPr lang="en-US" sz="1200" dirty="0">
                <a:solidFill>
                  <a:srgbClr val="1A1A1A"/>
                </a:solidFill>
                <a:latin typeface="e-Ukraine" panose="00000500000000000000" pitchFamily="50" charset="-52"/>
              </a:rPr>
              <a:t> </a:t>
            </a:r>
            <a:r>
              <a:rPr lang="en-US" sz="1200" dirty="0" err="1">
                <a:solidFill>
                  <a:srgbClr val="1A1A1A"/>
                </a:solidFill>
                <a:latin typeface="e-Ukraine" panose="00000500000000000000" pitchFamily="50" charset="-52"/>
              </a:rPr>
              <a:t>ut</a:t>
            </a:r>
            <a:r>
              <a:rPr lang="en-US" sz="1200" dirty="0">
                <a:solidFill>
                  <a:srgbClr val="1A1A1A"/>
                </a:solidFill>
                <a:latin typeface="e-Ukraine" panose="00000500000000000000" pitchFamily="50" charset="-52"/>
              </a:rPr>
              <a:t> </a:t>
            </a:r>
            <a:r>
              <a:rPr lang="en-US" sz="1200" dirty="0" err="1">
                <a:solidFill>
                  <a:srgbClr val="1A1A1A"/>
                </a:solidFill>
                <a:latin typeface="e-Ukraine" panose="00000500000000000000" pitchFamily="50" charset="-52"/>
              </a:rPr>
              <a:t>laoreet</a:t>
            </a:r>
            <a:r>
              <a:rPr lang="en-US" sz="1200" dirty="0">
                <a:solidFill>
                  <a:srgbClr val="1A1A1A"/>
                </a:solidFill>
                <a:latin typeface="e-Ukraine" panose="00000500000000000000" pitchFamily="50" charset="-52"/>
              </a:rPr>
              <a:t> dolore magna </a:t>
            </a:r>
            <a:r>
              <a:rPr lang="en-US" sz="1200" dirty="0" err="1">
                <a:solidFill>
                  <a:srgbClr val="1A1A1A"/>
                </a:solidFill>
                <a:latin typeface="e-Ukraine" panose="00000500000000000000" pitchFamily="50" charset="-52"/>
              </a:rPr>
              <a:t>aliquam</a:t>
            </a:r>
            <a:r>
              <a:rPr lang="en-US" sz="1200" dirty="0">
                <a:solidFill>
                  <a:srgbClr val="1A1A1A"/>
                </a:solidFill>
                <a:latin typeface="e-Ukraine" panose="00000500000000000000" pitchFamily="50" charset="-52"/>
              </a:rPr>
              <a:t> </a:t>
            </a:r>
            <a:r>
              <a:rPr lang="en-US" sz="1200" dirty="0" err="1">
                <a:solidFill>
                  <a:srgbClr val="1A1A1A"/>
                </a:solidFill>
                <a:latin typeface="e-Ukraine" panose="00000500000000000000" pitchFamily="50" charset="-52"/>
              </a:rPr>
              <a:t>erat</a:t>
            </a:r>
            <a:r>
              <a:rPr lang="en-US" sz="1200" dirty="0">
                <a:solidFill>
                  <a:srgbClr val="1A1A1A"/>
                </a:solidFill>
                <a:latin typeface="e-Ukraine" panose="00000500000000000000" pitchFamily="50" charset="-52"/>
              </a:rPr>
              <a:t> </a:t>
            </a:r>
            <a:r>
              <a:rPr lang="en-US" sz="1200" dirty="0" err="1">
                <a:solidFill>
                  <a:srgbClr val="1A1A1A"/>
                </a:solidFill>
                <a:latin typeface="e-Ukraine" panose="00000500000000000000" pitchFamily="50" charset="-52"/>
              </a:rPr>
              <a:t>volutpat</a:t>
            </a:r>
            <a:r>
              <a:rPr lang="en-US" sz="1200" dirty="0">
                <a:solidFill>
                  <a:srgbClr val="1A1A1A"/>
                </a:solidFill>
                <a:latin typeface="e-Ukraine" panose="00000500000000000000" pitchFamily="50" charset="-52"/>
              </a:rPr>
              <a:t>. </a:t>
            </a:r>
            <a:endParaRPr lang="uk-UA" sz="1200" dirty="0">
              <a:solidFill>
                <a:srgbClr val="1A1A1A"/>
              </a:solidFill>
              <a:latin typeface="e-Ukraine" panose="00000500000000000000" pitchFamily="50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376817133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C67AC8-A577-7E95-0CDE-91CD692E5A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0">
            <a:extLst>
              <a:ext uri="{FF2B5EF4-FFF2-40B4-BE49-F238E27FC236}">
                <a16:creationId xmlns:a16="http://schemas.microsoft.com/office/drawing/2014/main" id="{E832D89D-10E0-92C0-6402-E14AD9B2E217}"/>
              </a:ext>
            </a:extLst>
          </p:cNvPr>
          <p:cNvSpPr/>
          <p:nvPr/>
        </p:nvSpPr>
        <p:spPr>
          <a:xfrm>
            <a:off x="234316" y="107731"/>
            <a:ext cx="5859133" cy="5780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uk-UA" sz="2000" kern="0" spc="-70" dirty="0">
                <a:solidFill>
                  <a:srgbClr val="1A1A1A"/>
                </a:solidFill>
                <a:latin typeface="e-Ukraine Head Bold" panose="00000800000000000000" pitchFamily="50" charset="-52"/>
                <a:ea typeface="e-Ukraine Head" pitchFamily="34" charset="-122"/>
                <a:cs typeface="e-Ukraine Head" pitchFamily="34" charset="-120"/>
              </a:rPr>
              <a:t>Про команду</a:t>
            </a:r>
            <a:endParaRPr lang="en-US" sz="2000" kern="0" spc="-70" dirty="0">
              <a:solidFill>
                <a:srgbClr val="1A1A1A"/>
              </a:solidFill>
              <a:latin typeface="e-Ukraine Head Bold" panose="00000800000000000000" pitchFamily="50" charset="-52"/>
              <a:ea typeface="e-Ukraine Head" pitchFamily="34" charset="-122"/>
              <a:cs typeface="e-Ukraine Head" pitchFamily="34" charset="-120"/>
            </a:endParaRP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95894B7F-150C-085C-9B9A-B1C7CBE2374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46099" y="197455"/>
            <a:ext cx="1693272" cy="256081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3ED4347D-921E-0438-AB42-C1376D899D8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092022" y="197455"/>
            <a:ext cx="817662" cy="256081"/>
          </a:xfrm>
          <a:prstGeom prst="rect">
            <a:avLst/>
          </a:prstGeom>
        </p:spPr>
      </p:pic>
      <p:sp>
        <p:nvSpPr>
          <p:cNvPr id="9" name="Rectangle: Diagonal Corners Snipped 8">
            <a:extLst>
              <a:ext uri="{FF2B5EF4-FFF2-40B4-BE49-F238E27FC236}">
                <a16:creationId xmlns:a16="http://schemas.microsoft.com/office/drawing/2014/main" id="{31CE11CB-1DC1-7B9E-64B3-2660191C339B}"/>
              </a:ext>
            </a:extLst>
          </p:cNvPr>
          <p:cNvSpPr/>
          <p:nvPr/>
        </p:nvSpPr>
        <p:spPr>
          <a:xfrm>
            <a:off x="3163882" y="1118114"/>
            <a:ext cx="5701552" cy="3279662"/>
          </a:xfrm>
          <a:prstGeom prst="snip2DiagRect">
            <a:avLst>
              <a:gd name="adj1" fmla="val 0"/>
              <a:gd name="adj2" fmla="val 6412"/>
            </a:avLst>
          </a:prstGeom>
          <a:solidFill>
            <a:srgbClr val="BCBA8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uk-UA" sz="1600" dirty="0">
                <a:solidFill>
                  <a:srgbClr val="1A1A1A"/>
                </a:solidFill>
                <a:latin typeface="e-Ukraine" panose="00000500000000000000" pitchFamily="50" charset="-52"/>
              </a:rPr>
              <a:t>1 заступник – Петренко Наталя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uk-UA" sz="1600" dirty="0">
                <a:solidFill>
                  <a:srgbClr val="1A1A1A"/>
                </a:solidFill>
                <a:latin typeface="e-Ukraine" panose="00000500000000000000" pitchFamily="50" charset="-52"/>
              </a:rPr>
              <a:t>1 заступник – Петренко Наталя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uk-UA" sz="1600" dirty="0">
                <a:solidFill>
                  <a:srgbClr val="1A1A1A"/>
                </a:solidFill>
                <a:latin typeface="e-Ukraine" panose="00000500000000000000" pitchFamily="50" charset="-52"/>
              </a:rPr>
              <a:t>1 заступник – Петренко Наталя</a:t>
            </a:r>
          </a:p>
        </p:txBody>
      </p:sp>
      <p:sp>
        <p:nvSpPr>
          <p:cNvPr id="3" name="Rectangle: Diagonal Corners Snipped 2">
            <a:extLst>
              <a:ext uri="{FF2B5EF4-FFF2-40B4-BE49-F238E27FC236}">
                <a16:creationId xmlns:a16="http://schemas.microsoft.com/office/drawing/2014/main" id="{EA9E97C7-ECDA-5565-D6C8-87A07101A79C}"/>
              </a:ext>
            </a:extLst>
          </p:cNvPr>
          <p:cNvSpPr/>
          <p:nvPr/>
        </p:nvSpPr>
        <p:spPr>
          <a:xfrm>
            <a:off x="278565" y="1843546"/>
            <a:ext cx="2478081" cy="1828799"/>
          </a:xfrm>
          <a:prstGeom prst="snip2DiagRect">
            <a:avLst>
              <a:gd name="adj1" fmla="val 0"/>
              <a:gd name="adj2" fmla="val 11520"/>
            </a:avLst>
          </a:prstGeom>
          <a:solidFill>
            <a:srgbClr val="2E57B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uk-UA" sz="1600" dirty="0" err="1">
                <a:latin typeface="e-Ukraine" panose="00000500000000000000" pitchFamily="50" charset="-52"/>
              </a:rPr>
              <a:t>Тімлід</a:t>
            </a:r>
            <a:endParaRPr lang="uk-UA" sz="1600" dirty="0">
              <a:latin typeface="e-Ukraine" panose="00000500000000000000" pitchFamily="50" charset="-52"/>
            </a:endParaRPr>
          </a:p>
          <a:p>
            <a:pPr algn="ctr"/>
            <a:r>
              <a:rPr lang="uk-UA" sz="1600" b="1" dirty="0">
                <a:latin typeface="e-Ukraine" panose="00000500000000000000" pitchFamily="50" charset="-52"/>
              </a:rPr>
              <a:t>Петренко </a:t>
            </a:r>
            <a:br>
              <a:rPr lang="uk-UA" sz="1600" b="1" dirty="0">
                <a:latin typeface="e-Ukraine" panose="00000500000000000000" pitchFamily="50" charset="-52"/>
              </a:rPr>
            </a:br>
            <a:r>
              <a:rPr lang="uk-UA" sz="1600" b="1" dirty="0">
                <a:latin typeface="e-Ukraine" panose="00000500000000000000" pitchFamily="50" charset="-52"/>
              </a:rPr>
              <a:t>Наталя</a:t>
            </a:r>
          </a:p>
          <a:p>
            <a:pPr algn="ctr"/>
            <a:r>
              <a:rPr lang="uk-UA" sz="1600" b="1" dirty="0">
                <a:latin typeface="e-Ukraine" panose="00000500000000000000" pitchFamily="50" charset="-52"/>
              </a:rPr>
              <a:t>(Іванівна)</a:t>
            </a:r>
            <a:endParaRPr lang="en-US" sz="1600" b="1" dirty="0">
              <a:latin typeface="e-Ukraine" panose="00000500000000000000" pitchFamily="50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9562042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C67AC8-A577-7E95-0CDE-91CD692E5A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0">
            <a:extLst>
              <a:ext uri="{FF2B5EF4-FFF2-40B4-BE49-F238E27FC236}">
                <a16:creationId xmlns:a16="http://schemas.microsoft.com/office/drawing/2014/main" id="{E832D89D-10E0-92C0-6402-E14AD9B2E217}"/>
              </a:ext>
            </a:extLst>
          </p:cNvPr>
          <p:cNvSpPr/>
          <p:nvPr/>
        </p:nvSpPr>
        <p:spPr>
          <a:xfrm>
            <a:off x="234316" y="107731"/>
            <a:ext cx="5859133" cy="5780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uk-UA" sz="2000" kern="0" spc="-70" dirty="0">
                <a:solidFill>
                  <a:srgbClr val="1A1A1A"/>
                </a:solidFill>
                <a:latin typeface="e-Ukraine Head Bold" panose="00000800000000000000" pitchFamily="50" charset="-52"/>
                <a:ea typeface="e-Ukraine Head" pitchFamily="34" charset="-122"/>
                <a:cs typeface="e-Ukraine Head" pitchFamily="34" charset="-120"/>
              </a:rPr>
              <a:t>Основні проблеми/складності</a:t>
            </a:r>
            <a:endParaRPr lang="en-US" sz="2000" kern="0" spc="-70" dirty="0">
              <a:solidFill>
                <a:srgbClr val="1A1A1A"/>
              </a:solidFill>
              <a:latin typeface="e-Ukraine Head Bold" panose="00000800000000000000" pitchFamily="50" charset="-52"/>
              <a:ea typeface="e-Ukraine Head" pitchFamily="34" charset="-122"/>
              <a:cs typeface="e-Ukraine Head" pitchFamily="34" charset="-120"/>
            </a:endParaRP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95894B7F-150C-085C-9B9A-B1C7CBE2374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46099" y="197455"/>
            <a:ext cx="1693272" cy="256081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3ED4347D-921E-0438-AB42-C1376D899D8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092022" y="197455"/>
            <a:ext cx="817662" cy="256081"/>
          </a:xfrm>
          <a:prstGeom prst="rect">
            <a:avLst/>
          </a:prstGeom>
        </p:spPr>
      </p:pic>
      <p:sp>
        <p:nvSpPr>
          <p:cNvPr id="9" name="Rectangle: Diagonal Corners Snipped 8">
            <a:extLst>
              <a:ext uri="{FF2B5EF4-FFF2-40B4-BE49-F238E27FC236}">
                <a16:creationId xmlns:a16="http://schemas.microsoft.com/office/drawing/2014/main" id="{31CE11CB-1DC1-7B9E-64B3-2660191C339B}"/>
              </a:ext>
            </a:extLst>
          </p:cNvPr>
          <p:cNvSpPr/>
          <p:nvPr/>
        </p:nvSpPr>
        <p:spPr>
          <a:xfrm>
            <a:off x="1721224" y="1118114"/>
            <a:ext cx="5701552" cy="3279662"/>
          </a:xfrm>
          <a:prstGeom prst="snip2DiagRect">
            <a:avLst>
              <a:gd name="adj1" fmla="val 0"/>
              <a:gd name="adj2" fmla="val 6412"/>
            </a:avLst>
          </a:prstGeom>
          <a:solidFill>
            <a:srgbClr val="1A1A1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uk-UA" sz="1600" dirty="0">
                <a:solidFill>
                  <a:schemeClr val="bg1"/>
                </a:solidFill>
                <a:latin typeface="e-Ukraine" panose="00000500000000000000" pitchFamily="50" charset="-52"/>
              </a:rPr>
              <a:t>Основний текст блоку, Шрифт </a:t>
            </a:r>
            <a:r>
              <a:rPr lang="en-US" sz="1600" dirty="0">
                <a:solidFill>
                  <a:schemeClr val="bg1"/>
                </a:solidFill>
                <a:latin typeface="e-Ukraine" panose="00000500000000000000" pitchFamily="50" charset="-52"/>
              </a:rPr>
              <a:t>e-Ukraine </a:t>
            </a:r>
            <a:r>
              <a:rPr lang="uk-UA" sz="1600" dirty="0">
                <a:solidFill>
                  <a:schemeClr val="bg1"/>
                </a:solidFill>
                <a:latin typeface="e-Ukraine" panose="00000500000000000000" pitchFamily="50" charset="-52"/>
              </a:rPr>
              <a:t>16</a:t>
            </a:r>
            <a:r>
              <a:rPr lang="en-US" sz="1600" dirty="0">
                <a:solidFill>
                  <a:schemeClr val="bg1"/>
                </a:solidFill>
                <a:latin typeface="e-Ukraine" panose="00000500000000000000" pitchFamily="50" charset="-52"/>
              </a:rPr>
              <a:t> pt</a:t>
            </a:r>
            <a:r>
              <a:rPr lang="uk-UA" sz="1600" dirty="0">
                <a:solidFill>
                  <a:schemeClr val="bg1"/>
                </a:solidFill>
                <a:latin typeface="e-Ukraine" panose="00000500000000000000" pitchFamily="50" charset="-52"/>
              </a:rPr>
              <a:t>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uk-UA" sz="1600" dirty="0">
                <a:solidFill>
                  <a:schemeClr val="bg1"/>
                </a:solidFill>
                <a:latin typeface="e-Ukraine" panose="00000500000000000000" pitchFamily="50" charset="-52"/>
              </a:rPr>
              <a:t>Подається нумерованим списком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uk-UA" sz="1600" dirty="0">
                <a:solidFill>
                  <a:schemeClr val="bg1"/>
                </a:solidFill>
                <a:latin typeface="e-Ukraine" panose="00000500000000000000" pitchFamily="50" charset="-52"/>
              </a:rPr>
              <a:t>Треба просто скопіювати сюди текст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uk-UA" sz="1600" dirty="0">
                <a:solidFill>
                  <a:schemeClr val="bg1"/>
                </a:solidFill>
                <a:latin typeface="e-Ukraine" panose="00000500000000000000" pitchFamily="50" charset="-52"/>
              </a:rPr>
              <a:t>Проблеми описані короткими пунктами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uk-UA" sz="1600" dirty="0">
                <a:solidFill>
                  <a:schemeClr val="bg1"/>
                </a:solidFill>
                <a:latin typeface="e-Ukraine" panose="00000500000000000000" pitchFamily="50" charset="-52"/>
              </a:rPr>
              <a:t>Не рекомендовано змінювати ширину та розміщення блоків.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endParaRPr lang="en-US" sz="1600" dirty="0">
              <a:solidFill>
                <a:schemeClr val="bg1"/>
              </a:solidFill>
              <a:latin typeface="e-Ukraine" panose="00000500000000000000" pitchFamily="50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12864836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352</TotalTime>
  <Words>2126</Words>
  <Application>Microsoft Office PowerPoint</Application>
  <PresentationFormat>On-screen Show (16:9)</PresentationFormat>
  <Paragraphs>280</Paragraphs>
  <Slides>28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4" baseType="lpstr">
      <vt:lpstr>Arial</vt:lpstr>
      <vt:lpstr>Calibri</vt:lpstr>
      <vt:lpstr>e-Ukraine</vt:lpstr>
      <vt:lpstr>e-Ukraine Head Bold</vt:lpstr>
      <vt:lpstr>Zbroya_021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Bilyi, Ivan</cp:lastModifiedBy>
  <cp:revision>7</cp:revision>
  <dcterms:created xsi:type="dcterms:W3CDTF">2026-02-24T11:45:48Z</dcterms:created>
  <dcterms:modified xsi:type="dcterms:W3CDTF">2026-03-06T12:10:55Z</dcterms:modified>
</cp:coreProperties>
</file>